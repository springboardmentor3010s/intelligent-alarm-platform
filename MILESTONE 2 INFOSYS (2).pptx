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5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1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747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40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48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99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52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307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861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99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29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78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1646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381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282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742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0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657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1A61342-6F4E-4836-BEE5-F141B32CD08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6964C-CF42-4817-BE60-FED84E4F7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46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F0CF1-7E4A-16B6-5167-75C3A10C0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146" y="676524"/>
            <a:ext cx="10795855" cy="4229431"/>
          </a:xfrm>
        </p:spPr>
        <p:txBody>
          <a:bodyPr/>
          <a:lstStyle/>
          <a:p>
            <a:r>
              <a:rPr lang="en-IN" b="1" dirty="0"/>
              <a:t>MILESTONE 2 </a:t>
            </a:r>
            <a:r>
              <a:rPr lang="en-IN" dirty="0"/>
              <a:t>— </a:t>
            </a:r>
            <a:br>
              <a:rPr lang="en-IN" dirty="0"/>
            </a:br>
            <a:r>
              <a:rPr lang="en-IN" sz="6000" b="1" dirty="0"/>
              <a:t>Cognitive Challenge &amp; Wake-Up Intelligence</a:t>
            </a:r>
          </a:p>
        </p:txBody>
      </p:sp>
    </p:spTree>
    <p:extLst>
      <p:ext uri="{BB962C8B-B14F-4D97-AF65-F5344CB8AC3E}">
        <p14:creationId xmlns:p14="http://schemas.microsoft.com/office/powerpoint/2010/main" val="718848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1FACF1-BEC3-9C49-09A8-846AFBCD9B28}"/>
              </a:ext>
            </a:extLst>
          </p:cNvPr>
          <p:cNvSpPr txBox="1"/>
          <p:nvPr/>
        </p:nvSpPr>
        <p:spPr>
          <a:xfrm>
            <a:off x="510872" y="304254"/>
            <a:ext cx="6094674" cy="4621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IN" sz="2400" b="1" dirty="0"/>
              <a:t>Objective:</a:t>
            </a:r>
          </a:p>
          <a:p>
            <a:pPr algn="just">
              <a:lnSpc>
                <a:spcPct val="200000"/>
              </a:lnSpc>
              <a:buNone/>
            </a:pPr>
            <a:endParaRPr lang="en-IN" dirty="0"/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Transform a basic alarm into an </a:t>
            </a:r>
            <a:r>
              <a:rPr lang="en-IN" b="1" dirty="0"/>
              <a:t>interactive wake-up experience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Introduce cognitive challenges during wake-up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Verify user responsiveness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Evaluate challenge performance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challenge-related analytics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595346-052E-900E-03AF-1D573AF90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920" y="540688"/>
            <a:ext cx="3096057" cy="53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9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082BEF-950F-C1E1-11F5-758D24DC7D6D}"/>
              </a:ext>
            </a:extLst>
          </p:cNvPr>
          <p:cNvSpPr txBox="1"/>
          <p:nvPr/>
        </p:nvSpPr>
        <p:spPr>
          <a:xfrm>
            <a:off x="4528458" y="862709"/>
            <a:ext cx="6094674" cy="443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/>
              <a:t>Cognitive Challenge Engine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Key Functions:</a:t>
            </a:r>
            <a:endParaRPr lang="en-IN" dirty="0"/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Initiates a challenge when the alarm is triggered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Selects/generates an appropriate cognitive challenge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Presents the challenge to the user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Collects the user's response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Passes the response for evaluation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8D25A0-DEC6-0544-8297-75D9A4A1B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49" y="571499"/>
            <a:ext cx="3149178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7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9B14AD-B403-5B06-6548-25508010D18D}"/>
              </a:ext>
            </a:extLst>
          </p:cNvPr>
          <p:cNvSpPr txBox="1"/>
          <p:nvPr/>
        </p:nvSpPr>
        <p:spPr>
          <a:xfrm>
            <a:off x="491898" y="517462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Dynamic Puzzle Generation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5B919F-31D8-8A0A-B305-EB97D9A57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76" y="1423284"/>
            <a:ext cx="6094639" cy="42618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80BCA1-640C-01DF-28D8-A166ABACBF79}"/>
              </a:ext>
            </a:extLst>
          </p:cNvPr>
          <p:cNvSpPr txBox="1"/>
          <p:nvPr/>
        </p:nvSpPr>
        <p:spPr>
          <a:xfrm>
            <a:off x="491862" y="1538736"/>
            <a:ext cx="6094674" cy="222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/>
              <a:t>Purpose:</a:t>
            </a:r>
            <a:endParaRPr lang="en-IN" dirty="0"/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cognitive puzzles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Provide an active wake-up interaction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Support different challenge formats </a:t>
            </a:r>
          </a:p>
        </p:txBody>
      </p:sp>
    </p:spTree>
    <p:extLst>
      <p:ext uri="{BB962C8B-B14F-4D97-AF65-F5344CB8AC3E}">
        <p14:creationId xmlns:p14="http://schemas.microsoft.com/office/powerpoint/2010/main" val="517883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BFC50A-F83D-545B-8D54-65CD26BEAB6F}"/>
              </a:ext>
            </a:extLst>
          </p:cNvPr>
          <p:cNvSpPr txBox="1"/>
          <p:nvPr/>
        </p:nvSpPr>
        <p:spPr>
          <a:xfrm>
            <a:off x="1377777" y="441995"/>
            <a:ext cx="6094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Wake-Up Verification Mechanism: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6EC704-0686-8F7C-CF23-AD8EAC31D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76" y="1377705"/>
            <a:ext cx="5774137" cy="4639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C9A8C8-2A7C-04B1-2669-8C219FED958F}"/>
              </a:ext>
            </a:extLst>
          </p:cNvPr>
          <p:cNvSpPr txBox="1"/>
          <p:nvPr/>
        </p:nvSpPr>
        <p:spPr>
          <a:xfrm>
            <a:off x="7357442" y="1984018"/>
            <a:ext cx="6094674" cy="277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Verifies </a:t>
            </a:r>
            <a:r>
              <a:rPr lang="en-IN" b="1" dirty="0"/>
              <a:t>user responsiveness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Requires </a:t>
            </a:r>
            <a:r>
              <a:rPr lang="en-IN" b="1" dirty="0"/>
              <a:t>active user interaction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Validates the </a:t>
            </a:r>
            <a:r>
              <a:rPr lang="en-IN" b="1" dirty="0"/>
              <a:t>challenge response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Confirms the user is </a:t>
            </a:r>
            <a:r>
              <a:rPr lang="en-IN" b="1" dirty="0"/>
              <a:t>fully awake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Allows </a:t>
            </a:r>
            <a:r>
              <a:rPr lang="en-IN" b="1" dirty="0"/>
              <a:t>retry on incorrect response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789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5B418A-FC48-490F-378F-AF40692BE5DA}"/>
              </a:ext>
            </a:extLst>
          </p:cNvPr>
          <p:cNvSpPr txBox="1"/>
          <p:nvPr/>
        </p:nvSpPr>
        <p:spPr>
          <a:xfrm>
            <a:off x="590384" y="677965"/>
            <a:ext cx="6094674" cy="4190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2800" b="1" dirty="0"/>
              <a:t>Challenge Evaluation System</a:t>
            </a:r>
          </a:p>
          <a:p>
            <a:pPr>
              <a:lnSpc>
                <a:spcPct val="200000"/>
              </a:lnSpc>
              <a:buNone/>
            </a:pPr>
            <a:r>
              <a:rPr lang="en-IN" dirty="0"/>
              <a:t>The system evaluates the user's challenge attempt based on: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Response correctness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Challenge completion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Number of attempts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Response performance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A0F06-5933-326C-FB5D-96EFA2808E6F}"/>
              </a:ext>
            </a:extLst>
          </p:cNvPr>
          <p:cNvSpPr txBox="1"/>
          <p:nvPr/>
        </p:nvSpPr>
        <p:spPr>
          <a:xfrm>
            <a:off x="7348923" y="2413337"/>
            <a:ext cx="60946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Response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Answer Validation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Performance Evaluation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Challenge Result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8C39C6-74A3-4812-BC26-40F3319F780D}"/>
              </a:ext>
            </a:extLst>
          </p:cNvPr>
          <p:cNvSpPr txBox="1"/>
          <p:nvPr/>
        </p:nvSpPr>
        <p:spPr>
          <a:xfrm>
            <a:off x="7046844" y="1644134"/>
            <a:ext cx="6572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Evaluation Flow:</a:t>
            </a:r>
          </a:p>
        </p:txBody>
      </p:sp>
    </p:spTree>
    <p:extLst>
      <p:ext uri="{BB962C8B-B14F-4D97-AF65-F5344CB8AC3E}">
        <p14:creationId xmlns:p14="http://schemas.microsoft.com/office/powerpoint/2010/main" val="296892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35F5D3-73DC-F8A0-24EC-74816012053F}"/>
              </a:ext>
            </a:extLst>
          </p:cNvPr>
          <p:cNvSpPr txBox="1"/>
          <p:nvPr/>
        </p:nvSpPr>
        <p:spPr>
          <a:xfrm>
            <a:off x="741459" y="0"/>
            <a:ext cx="6094674" cy="351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2400" b="1" dirty="0"/>
              <a:t>Challenge Performance Analytics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Analytics generated from challenge interactions:</a:t>
            </a:r>
            <a:endParaRPr lang="en-IN" dirty="0"/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Challenge completion results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Response performance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Attempt information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User challenge patterns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BFFD9-75A3-50F1-96C8-10F4FC0D9E43}"/>
              </a:ext>
            </a:extLst>
          </p:cNvPr>
          <p:cNvSpPr txBox="1"/>
          <p:nvPr/>
        </p:nvSpPr>
        <p:spPr>
          <a:xfrm>
            <a:off x="948193" y="4146764"/>
            <a:ext cx="6094674" cy="1839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/>
              <a:t>Outcome: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The alarm system now provides an interactive and verifiable cognitive wake-up experience instead of a basic alarm notification.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348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41AC7-0395-08E1-942D-9FCB6BA18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42" y="2465986"/>
            <a:ext cx="9404723" cy="1400530"/>
          </a:xfrm>
        </p:spPr>
        <p:txBody>
          <a:bodyPr/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459719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</TotalTime>
  <Words>194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MILESTONE 2 —  Cognitive Challenge &amp; Wake-Up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Kavinayaa murugesan</dc:creator>
  <cp:lastModifiedBy>Kavinayaa murugesan</cp:lastModifiedBy>
  <cp:revision>1</cp:revision>
  <dcterms:created xsi:type="dcterms:W3CDTF">2026-09-15T13:26:10Z</dcterms:created>
  <dcterms:modified xsi:type="dcterms:W3CDTF">2026-09-15T14:08:13Z</dcterms:modified>
</cp:coreProperties>
</file>