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31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40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4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7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0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84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9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7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73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3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08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1887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6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26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3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52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6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BD5D5D2-ED13-4E9D-B526-54CAFDFAE6A5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284D-7D5C-414F-B820-47E4B18FD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487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CE08-F39D-CDBB-1682-0145C2F3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20" y="1922289"/>
            <a:ext cx="11797680" cy="5139819"/>
          </a:xfrm>
        </p:spPr>
        <p:txBody>
          <a:bodyPr/>
          <a:lstStyle/>
          <a:p>
            <a:pPr algn="ctr"/>
            <a:r>
              <a:rPr lang="en-IN" sz="7200" b="1" dirty="0"/>
              <a:t>Intelligent Cognitive     Alarm Platform</a:t>
            </a:r>
          </a:p>
        </p:txBody>
      </p:sp>
    </p:spTree>
    <p:extLst>
      <p:ext uri="{BB962C8B-B14F-4D97-AF65-F5344CB8AC3E}">
        <p14:creationId xmlns:p14="http://schemas.microsoft.com/office/powerpoint/2010/main" val="348619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D184-C3B2-6F7C-DA0A-7E71307D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42" y="151076"/>
            <a:ext cx="11970758" cy="71192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Project Overview:</a:t>
            </a:r>
            <a:br>
              <a:rPr lang="en-IN" sz="2400" b="1" dirty="0"/>
            </a:br>
            <a:r>
              <a:rPr lang="en-IN" sz="2000" dirty="0"/>
              <a:t>COGNIA is an intelligent alarm platform that encourages </a:t>
            </a:r>
            <a:br>
              <a:rPr lang="en-IN" sz="2000" dirty="0"/>
            </a:br>
            <a:r>
              <a:rPr lang="en-IN" sz="2000" dirty="0"/>
              <a:t>users to develop better waking habits through cognitive </a:t>
            </a:r>
            <a:br>
              <a:rPr lang="en-IN" sz="2000" dirty="0"/>
            </a:br>
            <a:r>
              <a:rPr lang="en-IN" sz="2000" dirty="0"/>
              <a:t>challenges and personalized reminders.</a:t>
            </a:r>
            <a:br>
              <a:rPr lang="en-IN" sz="2000" dirty="0"/>
            </a:br>
            <a:r>
              <a:rPr lang="en-IN" sz="2000" dirty="0"/>
              <a:t> </a:t>
            </a:r>
            <a:r>
              <a:rPr lang="en-IN" sz="2800" b="1" dirty="0"/>
              <a:t>Key features:</a:t>
            </a:r>
            <a:br>
              <a:rPr lang="en-IN" sz="2400" dirty="0"/>
            </a:br>
            <a:r>
              <a:rPr lang="en-IN" sz="2400" dirty="0"/>
              <a:t>           ❖ </a:t>
            </a:r>
            <a:r>
              <a:rPr lang="en-IN" sz="2000" dirty="0"/>
              <a:t>Alarm creation and management</a:t>
            </a:r>
            <a:br>
              <a:rPr lang="en-IN" sz="2000" dirty="0"/>
            </a:br>
            <a:r>
              <a:rPr lang="en-IN" sz="2000" dirty="0"/>
              <a:t>             ❖  Cognitive puzzles and challenges</a:t>
            </a:r>
            <a:br>
              <a:rPr lang="en-IN" sz="2000" dirty="0"/>
            </a:br>
            <a:r>
              <a:rPr lang="en-IN" sz="2000" dirty="0"/>
              <a:t>             ❖  User authentication and profile management</a:t>
            </a:r>
            <a:br>
              <a:rPr lang="en-IN" sz="2000" dirty="0"/>
            </a:br>
            <a:r>
              <a:rPr lang="en-IN" sz="2000" dirty="0"/>
              <a:t>             ❖  Habit score and performance tracking</a:t>
            </a:r>
            <a:br>
              <a:rPr lang="en-IN" sz="2000" dirty="0"/>
            </a:br>
            <a:r>
              <a:rPr lang="en-IN" sz="2000" dirty="0"/>
              <a:t>             ❖  Adaptive challenge difficulty and recommendations</a:t>
            </a:r>
            <a:br>
              <a:rPr lang="en-IN" sz="2000" dirty="0"/>
            </a:br>
            <a:r>
              <a:rPr lang="en-IN" sz="2000" dirty="0"/>
              <a:t>             ❖  Notification and reminder system</a:t>
            </a:r>
            <a:br>
              <a:rPr lang="en-IN" sz="2000" dirty="0"/>
            </a:br>
            <a:r>
              <a:rPr lang="en-IN" sz="2800" b="1" dirty="0"/>
              <a:t>Objective: </a:t>
            </a:r>
            <a:r>
              <a:rPr lang="en-IN" sz="2000" dirty="0"/>
              <a:t>To make waking up more interactive and encourage consistent daily routines.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78020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8ABC-30B9-E8A3-1971-6D2D89A7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91" y="731013"/>
            <a:ext cx="9404723" cy="687838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800" b="1" dirty="0"/>
              <a:t>Objectives:</a:t>
            </a:r>
            <a:br>
              <a:rPr lang="en-IN" sz="1800" dirty="0"/>
            </a:br>
            <a:r>
              <a:rPr lang="en-IN" sz="1800" dirty="0"/>
              <a:t>             ❖  </a:t>
            </a:r>
            <a:r>
              <a:rPr lang="en-IN" sz="2400" dirty="0"/>
              <a:t>Encourage users to complete cognitive challenges.</a:t>
            </a:r>
            <a:br>
              <a:rPr lang="en-IN" sz="2400" dirty="0"/>
            </a:br>
            <a:r>
              <a:rPr lang="en-IN" sz="2400" dirty="0"/>
              <a:t>          ❖ Reduce dependence on repeatedly snoozing alarms.</a:t>
            </a:r>
            <a:br>
              <a:rPr lang="en-IN" sz="2400" dirty="0"/>
            </a:br>
            <a:r>
              <a:rPr lang="en-IN" sz="2400" dirty="0"/>
              <a:t>          ❖ Track wake-up performance and habit progress.</a:t>
            </a:r>
            <a:br>
              <a:rPr lang="en-IN" sz="2400" dirty="0"/>
            </a:br>
            <a:r>
              <a:rPr lang="en-IN" sz="2400" dirty="0"/>
              <a:t>          ❖ Provide personalized recommendations.</a:t>
            </a:r>
            <a:br>
              <a:rPr lang="en-IN" sz="2400" dirty="0"/>
            </a:br>
            <a:r>
              <a:rPr lang="en-IN" sz="2400" dirty="0"/>
              <a:t>          ❖ Deliver reminders and display progress through a dashboard.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867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674E-455E-23FB-6198-BAE1630A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71" y="630469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Technology Stack and Architecture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Frontend</a:t>
            </a:r>
            <a:r>
              <a:rPr lang="en-IN" sz="2400" dirty="0"/>
              <a:t>: React.js and Vite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Backend</a:t>
            </a:r>
            <a:r>
              <a:rPr lang="en-IN" sz="2400" dirty="0"/>
              <a:t>: Python and </a:t>
            </a:r>
            <a:r>
              <a:rPr lang="en-IN" sz="2400" dirty="0" err="1"/>
              <a:t>FastAPI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Database</a:t>
            </a:r>
            <a:r>
              <a:rPr lang="en-IN" sz="2400" dirty="0"/>
              <a:t>: MongoDB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API testing</a:t>
            </a:r>
            <a:r>
              <a:rPr lang="en-IN" sz="2400" dirty="0"/>
              <a:t>: Swagger UI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Version control</a:t>
            </a:r>
            <a:r>
              <a:rPr lang="en-IN" sz="2400" dirty="0"/>
              <a:t>: Git and GitHub</a:t>
            </a:r>
            <a:br>
              <a:rPr lang="en-IN" sz="2400" dirty="0"/>
            </a:br>
            <a:r>
              <a:rPr lang="en-IN" sz="2400" dirty="0"/>
              <a:t>      ❖ </a:t>
            </a:r>
            <a:r>
              <a:rPr lang="en-IN" sz="2400" b="1" dirty="0"/>
              <a:t>Containerization</a:t>
            </a:r>
            <a:r>
              <a:rPr lang="en-IN" sz="2400" dirty="0"/>
              <a:t>: Docker, </a:t>
            </a:r>
            <a:br>
              <a:rPr lang="en-IN" sz="2400" dirty="0"/>
            </a:br>
            <a:r>
              <a:rPr lang="en-IN" sz="2400" dirty="0"/>
              <a:t>where configured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A9004-7EE0-52CF-BF43-983165AD5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512" y="1591990"/>
            <a:ext cx="6154310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1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3817-F707-7681-9D7B-60B1491A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Milestone 1: Authentication and Profile</a:t>
            </a:r>
            <a:br>
              <a:rPr lang="en-IN" sz="2400" b="1" dirty="0"/>
            </a:br>
            <a:r>
              <a:rPr lang="en-IN" sz="2400" b="1" dirty="0"/>
              <a:t>Features implemented</a:t>
            </a:r>
            <a:br>
              <a:rPr lang="en-IN" sz="2400" dirty="0"/>
            </a:br>
            <a:r>
              <a:rPr lang="en-IN" sz="2400" dirty="0"/>
              <a:t>        ❖ User registration and login</a:t>
            </a:r>
            <a:br>
              <a:rPr lang="en-IN" sz="2400" dirty="0"/>
            </a:br>
            <a:r>
              <a:rPr lang="en-IN" sz="2400" dirty="0"/>
              <a:t>        ❖ Authentication and access control</a:t>
            </a:r>
            <a:br>
              <a:rPr lang="en-IN" sz="2400" dirty="0"/>
            </a:br>
            <a:r>
              <a:rPr lang="en-IN" sz="2400" dirty="0"/>
              <a:t>        ❖ User profile management</a:t>
            </a:r>
            <a:br>
              <a:rPr lang="en-IN" sz="2400" dirty="0"/>
            </a:br>
            <a:r>
              <a:rPr lang="en-IN" sz="2400" dirty="0"/>
              <a:t>        ❖ Storage and retrieval of user information</a:t>
            </a:r>
            <a:br>
              <a:rPr lang="en-IN" sz="2400" dirty="0"/>
            </a:br>
            <a:r>
              <a:rPr lang="en-IN" sz="2400" dirty="0"/>
              <a:t>        ❖ Initial frontend and backend integration</a:t>
            </a:r>
            <a:br>
              <a:rPr lang="en-IN" sz="2400" dirty="0"/>
            </a:br>
            <a:r>
              <a:rPr lang="en-IN" sz="2800" b="1" dirty="0"/>
              <a:t>Outcome</a:t>
            </a:r>
            <a:r>
              <a:rPr lang="en-IN" sz="2400" dirty="0"/>
              <a:t>: Established the basic user account system and project foundation.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6872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BD50-9A3A-1758-3ABF-68427494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60" y="460669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Milestone 2: Alarms and Cognitive Challenges</a:t>
            </a:r>
            <a:br>
              <a:rPr lang="en-IN" sz="2400" b="1" dirty="0"/>
            </a:br>
            <a:r>
              <a:rPr lang="en-IN" sz="2400" b="1" dirty="0"/>
              <a:t>Features implemented</a:t>
            </a:r>
            <a:br>
              <a:rPr lang="en-IN" sz="2400" dirty="0"/>
            </a:br>
            <a:r>
              <a:rPr lang="en-IN" sz="2400" dirty="0"/>
              <a:t>              ❖ Alarm creation and management</a:t>
            </a:r>
            <a:br>
              <a:rPr lang="en-IN" sz="2400" dirty="0"/>
            </a:br>
            <a:r>
              <a:rPr lang="en-IN" sz="2400" dirty="0"/>
              <a:t>              ❖ Cognitive challenges for wake-up interaction</a:t>
            </a:r>
            <a:br>
              <a:rPr lang="en-IN" sz="2400" dirty="0"/>
            </a:br>
            <a:r>
              <a:rPr lang="en-IN" sz="2400" dirty="0"/>
              <a:t>              ❖ Challenge answer verification</a:t>
            </a:r>
            <a:br>
              <a:rPr lang="en-IN" sz="2400" dirty="0"/>
            </a:br>
            <a:r>
              <a:rPr lang="en-IN" sz="2400" dirty="0"/>
              <a:t>              ❖ Integration between frontend and backend</a:t>
            </a:r>
            <a:br>
              <a:rPr lang="en-IN" sz="2400" dirty="0"/>
            </a:br>
            <a:r>
              <a:rPr lang="en-IN" sz="2400" dirty="0"/>
              <a:t>              ❖ API endpoints for application operations</a:t>
            </a:r>
            <a:br>
              <a:rPr lang="en-IN" sz="2400" dirty="0"/>
            </a:br>
            <a:r>
              <a:rPr lang="en-IN" sz="2400" b="1" dirty="0"/>
              <a:t>Outcome:</a:t>
            </a:r>
            <a:r>
              <a:rPr lang="en-IN" sz="2400" dirty="0"/>
              <a:t> Developed the core alarm workflow and challenge verification functionality.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69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49DA-2188-F3D8-99D2-4ED9D1C0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8" y="1095781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Milestone 3: Intelligent Features</a:t>
            </a:r>
            <a:br>
              <a:rPr lang="en-IN" sz="2800" b="1" dirty="0"/>
            </a:br>
            <a:r>
              <a:rPr lang="en-IN" sz="2400" b="1" dirty="0" err="1"/>
              <a:t>Features</a:t>
            </a:r>
            <a:r>
              <a:rPr lang="en-IN" sz="2400" b="1" dirty="0"/>
              <a:t> implemented</a:t>
            </a:r>
            <a:br>
              <a:rPr lang="en-IN" sz="2800" dirty="0"/>
            </a:br>
            <a:r>
              <a:rPr lang="en-IN" sz="2800" dirty="0"/>
              <a:t>       </a:t>
            </a:r>
            <a:r>
              <a:rPr lang="en-IN" sz="2400" dirty="0"/>
              <a:t>❖ Habit score calculation</a:t>
            </a:r>
            <a:br>
              <a:rPr lang="en-IN" sz="2400" dirty="0"/>
            </a:br>
            <a:r>
              <a:rPr lang="en-IN" sz="2400" dirty="0"/>
              <a:t>        ❖ Wake-up performance tracking</a:t>
            </a:r>
            <a:br>
              <a:rPr lang="en-IN" sz="2400" dirty="0"/>
            </a:br>
            <a:r>
              <a:rPr lang="en-IN" sz="2400" dirty="0"/>
              <a:t>        ❖ Adaptive challenge difficulty logic</a:t>
            </a:r>
            <a:br>
              <a:rPr lang="en-IN" sz="2400" dirty="0"/>
            </a:br>
            <a:r>
              <a:rPr lang="en-IN" sz="2400" dirty="0"/>
              <a:t>        ❖ Personalized recommendations</a:t>
            </a:r>
            <a:br>
              <a:rPr lang="en-IN" sz="2400" dirty="0"/>
            </a:br>
            <a:r>
              <a:rPr lang="en-IN" sz="2400" dirty="0"/>
              <a:t>        ❖ Dashboard statistics and progress information</a:t>
            </a:r>
            <a:br>
              <a:rPr lang="en-IN" sz="2400" dirty="0"/>
            </a:br>
            <a:r>
              <a:rPr lang="en-IN" sz="2400" b="1" dirty="0"/>
              <a:t>Outcome: </a:t>
            </a:r>
            <a:r>
              <a:rPr lang="en-IN" sz="2400" dirty="0"/>
              <a:t>Added intelligent behaviour and progress tracking to improve user engagement.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BC574-013C-7CDC-F96B-472929E30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801" y="823283"/>
            <a:ext cx="5451186" cy="389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5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FC3FC-3AA6-C52E-25EF-F1A0EF32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13" y="500426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Milestone 4: Integration and Notifications</a:t>
            </a:r>
            <a:br>
              <a:rPr lang="en-IN" sz="2800" b="1" dirty="0"/>
            </a:br>
            <a:r>
              <a:rPr lang="en-IN" sz="2400" b="1" dirty="0"/>
              <a:t>Work completed / demonstrated</a:t>
            </a:r>
            <a:br>
              <a:rPr lang="en-IN" sz="2400" dirty="0"/>
            </a:br>
            <a:r>
              <a:rPr lang="en-IN" sz="2400" dirty="0"/>
              <a:t>           ❖ Integrated the project modules into the application.</a:t>
            </a:r>
            <a:br>
              <a:rPr lang="en-IN" sz="2400" dirty="0"/>
            </a:br>
            <a:r>
              <a:rPr lang="en-IN" sz="2400" dirty="0"/>
              <a:t>           ❖ Created a Notifications page.</a:t>
            </a:r>
            <a:br>
              <a:rPr lang="en-IN" sz="2400" dirty="0"/>
            </a:br>
            <a:r>
              <a:rPr lang="en-IN" sz="2400" dirty="0"/>
              <a:t>           ❖ Added an API to create notifications and reminders.</a:t>
            </a:r>
            <a:br>
              <a:rPr lang="en-IN" sz="2400" dirty="0"/>
            </a:br>
            <a:r>
              <a:rPr lang="en-IN" sz="2400" dirty="0"/>
              <a:t>           ❖ Retrieved notifications using the user's email.</a:t>
            </a:r>
            <a:br>
              <a:rPr lang="en-IN" sz="2400" dirty="0"/>
            </a:br>
            <a:r>
              <a:rPr lang="en-IN" sz="2400" dirty="0"/>
              <a:t>           ❖ Implemented a Mark as read feature.</a:t>
            </a:r>
            <a:br>
              <a:rPr lang="en-IN" sz="2400" dirty="0"/>
            </a:br>
            <a:r>
              <a:rPr lang="en-IN" sz="2400" dirty="0"/>
              <a:t>           ❖ Tested notification endpoints using Swagger UI.</a:t>
            </a:r>
            <a:br>
              <a:rPr lang="en-IN" sz="2400" dirty="0"/>
            </a:br>
            <a:r>
              <a:rPr lang="en-IN" sz="2400" dirty="0"/>
              <a:t>           ❖ Verified that reminders appear on the frontend.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5829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C99C-506E-A041-78A8-259BB551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11" y="118764"/>
            <a:ext cx="9404723" cy="1400530"/>
          </a:xfrm>
        </p:spPr>
        <p:txBody>
          <a:bodyPr numCol="1"/>
          <a:lstStyle/>
          <a:p>
            <a:pPr>
              <a:lnSpc>
                <a:spcPct val="150000"/>
              </a:lnSpc>
            </a:pPr>
            <a:r>
              <a:rPr lang="en-IN" sz="2800" b="1" dirty="0"/>
              <a:t>Demonstration workflow:</a:t>
            </a:r>
            <a:br>
              <a:rPr lang="en-IN" sz="2400" dirty="0"/>
            </a:br>
            <a:r>
              <a:rPr lang="en-IN" sz="2400" dirty="0"/>
              <a:t>           ❖ Start the backend and frontend.</a:t>
            </a:r>
            <a:br>
              <a:rPr lang="en-IN" sz="2400" dirty="0"/>
            </a:br>
            <a:r>
              <a:rPr lang="en-IN" sz="2400" dirty="0"/>
              <a:t>           ❖ Open the application in the browser.</a:t>
            </a:r>
            <a:br>
              <a:rPr lang="en-IN" sz="2400" dirty="0"/>
            </a:br>
            <a:r>
              <a:rPr lang="en-IN" sz="2400" dirty="0"/>
              <a:t>           ❖ Demonstrate the dashboard and project features.</a:t>
            </a:r>
            <a:br>
              <a:rPr lang="en-IN" sz="2400" dirty="0"/>
            </a:br>
            <a:r>
              <a:rPr lang="en-IN" sz="2400" dirty="0"/>
              <a:t>           ❖ Create a reminder through Swagger UI.</a:t>
            </a:r>
            <a:br>
              <a:rPr lang="en-IN" sz="2400" dirty="0"/>
            </a:br>
            <a:r>
              <a:rPr lang="en-IN" sz="2400" dirty="0"/>
              <a:t>           ❖ Refresh the Notifications page and display the reminder.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Deployment status</a:t>
            </a:r>
            <a:r>
              <a:rPr lang="en-IN" sz="2400" dirty="0"/>
              <a:t>: Source code is maintained in GitHub. Demonstrate Docker-based execution or public hosting only if configured and verified.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9803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E577-2FEE-C404-35A5-C478B6B5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57" y="-72068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800" b="1" dirty="0"/>
              <a:t>Conclusion and Future Enhancements</a:t>
            </a:r>
            <a:br>
              <a:rPr lang="en-IN" sz="2400" b="1" dirty="0"/>
            </a:br>
            <a:r>
              <a:rPr lang="en-IN" sz="2400" b="1" dirty="0"/>
              <a:t>Conclusion:</a:t>
            </a:r>
            <a:br>
              <a:rPr lang="en-IN" sz="2400" dirty="0"/>
            </a:br>
            <a:r>
              <a:rPr lang="en-IN" sz="2400" dirty="0"/>
              <a:t>COGNIA combines alarm management, cognitive challenges, habit tracking, adaptive logic, and notifications in one application. The milestone-based development approach helped build and integrate the main project features.</a:t>
            </a:r>
            <a:br>
              <a:rPr lang="en-IN" sz="2400" dirty="0"/>
            </a:br>
            <a:r>
              <a:rPr lang="en-IN" sz="2400" b="1" dirty="0"/>
              <a:t>Future enhancements</a:t>
            </a:r>
            <a:br>
              <a:rPr lang="en-IN" sz="2400" dirty="0"/>
            </a:br>
            <a:r>
              <a:rPr lang="en-IN" sz="2400" dirty="0"/>
              <a:t>          ❖ Mobile application support</a:t>
            </a:r>
            <a:br>
              <a:rPr lang="en-IN" sz="2400" dirty="0"/>
            </a:br>
            <a:r>
              <a:rPr lang="en-IN" sz="2400" dirty="0"/>
              <a:t>          ❖ More cognitive challenge types</a:t>
            </a:r>
            <a:br>
              <a:rPr lang="en-IN" sz="2400" dirty="0"/>
            </a:br>
            <a:r>
              <a:rPr lang="en-IN" sz="2400" dirty="0"/>
              <a:t>          ❖ Improved personalization using user behaviour</a:t>
            </a:r>
            <a:br>
              <a:rPr lang="en-IN" sz="2400" dirty="0"/>
            </a:br>
            <a:r>
              <a:rPr lang="en-IN" sz="2400" dirty="0"/>
              <a:t>          ❖ Scheduled and automated reminders</a:t>
            </a:r>
            <a:br>
              <a:rPr lang="en-IN" sz="2400" dirty="0"/>
            </a:b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08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6F07-AE55-AD98-EE1C-FB2AF149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692" y="1669267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6000" b="1" dirty="0"/>
              <a:t>        Thank You</a:t>
            </a:r>
            <a:br>
              <a:rPr lang="en-IN" dirty="0"/>
            </a:br>
            <a:r>
              <a:rPr lang="en-IN" sz="3600" b="1" dirty="0"/>
              <a:t>COGNIA</a:t>
            </a:r>
            <a:r>
              <a:rPr lang="en-IN" sz="3600" dirty="0"/>
              <a:t> — Wake Up. Think Better. Build Better Habits.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80372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635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Intelligent Cognitive     Alarm Platform</vt:lpstr>
      <vt:lpstr>Project Overview: COGNIA is an intelligent alarm platform that encourages  users to develop better waking habits through cognitive  challenges and personalized reminders.  Key features:            ❖ Alarm creation and management              ❖  Cognitive puzzles and challenges              ❖  User authentication and profile management              ❖  Habit score and performance tracking              ❖  Adaptive challenge difficulty and recommendations              ❖  Notification and reminder system Objective: To make waking up more interactive and encourage consistent daily routines. </vt:lpstr>
      <vt:lpstr>Objectives:              ❖  Encourage users to complete cognitive challenges.           ❖ Reduce dependence on repeatedly snoozing alarms.           ❖ Track wake-up performance and habit progress.           ❖ Provide personalized recommendations.           ❖ Deliver reminders and display progress through a dashboard. </vt:lpstr>
      <vt:lpstr>Technology Stack and Architecture       ❖ Frontend: React.js and Vite       ❖ Backend: Python and FastAPI       ❖ Database: MongoDB       ❖ API testing: Swagger UI       ❖ Version control: Git and GitHub       ❖ Containerization: Docker,  where configured </vt:lpstr>
      <vt:lpstr>Milestone 1: Authentication and Profile Features implemented         ❖ User registration and login         ❖ Authentication and access control         ❖ User profile management         ❖ Storage and retrieval of user information         ❖ Initial frontend and backend integration Outcome: Established the basic user account system and project foundation. </vt:lpstr>
      <vt:lpstr>Milestone 2: Alarms and Cognitive Challenges Features implemented               ❖ Alarm creation and management               ❖ Cognitive challenges for wake-up interaction               ❖ Challenge answer verification               ❖ Integration between frontend and backend               ❖ API endpoints for application operations Outcome: Developed the core alarm workflow and challenge verification functionality. </vt:lpstr>
      <vt:lpstr>Milestone 3: Intelligent Features Features implemented        ❖ Habit score calculation         ❖ Wake-up performance tracking         ❖ Adaptive challenge difficulty logic         ❖ Personalized recommendations         ❖ Dashboard statistics and progress information Outcome: Added intelligent behaviour and progress tracking to improve user engagement. </vt:lpstr>
      <vt:lpstr>Milestone 4: Integration and Notifications Work completed / demonstrated            ❖ Integrated the project modules into the application.            ❖ Created a Notifications page.            ❖ Added an API to create notifications and reminders.            ❖ Retrieved notifications using the user's email.            ❖ Implemented a Mark as read feature.            ❖ Tested notification endpoints using Swagger UI.            ❖ Verified that reminders appear on the frontend. </vt:lpstr>
      <vt:lpstr>Demonstration workflow:            ❖ Start the backend and frontend.            ❖ Open the application in the browser.            ❖ Demonstrate the dashboard and project features.            ❖ Create a reminder through Swagger UI.            ❖ Refresh the Notifications page and display the reminder.  Deployment status: Source code is maintained in GitHub. Demonstrate Docker-based execution or public hosting only if configured and verified. </vt:lpstr>
      <vt:lpstr>Conclusion and Future Enhancements Conclusion: COGNIA combines alarm management, cognitive challenges, habit tracking, adaptive logic, and notifications in one application. The milestone-based development approach helped build and integrate the main project features. Future enhancements           ❖ Mobile application support           ❖ More cognitive challenge types           ❖ Improved personalization using user behaviour           ❖ Scheduled and automated reminders  </vt:lpstr>
      <vt:lpstr>        Thank You COGNIA — Wake Up. Think Better. Build Better Habits.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Kavinayaa murugesan</dc:creator>
  <cp:lastModifiedBy>Kavinayaa murugesan</cp:lastModifiedBy>
  <cp:revision>1</cp:revision>
  <dcterms:created xsi:type="dcterms:W3CDTF">2026-10-17T03:50:45Z</dcterms:created>
  <dcterms:modified xsi:type="dcterms:W3CDTF">2026-10-17T04:53:24Z</dcterms:modified>
</cp:coreProperties>
</file>