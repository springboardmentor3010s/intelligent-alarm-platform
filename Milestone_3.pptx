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749808"/>
            <a:ext cx="1417320" cy="310896"/>
          </a:xfrm>
          <a:prstGeom prst="round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777240"/>
            <a:ext cx="1417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70F24"/>
                </a:solidFill>
                <a:latin typeface="Aptos"/>
              </a:rPr>
              <a:t>MILESTONE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C"/>
                </a:solidFill>
                <a:latin typeface="Aptos"/>
              </a:rPr>
              <a:t>Adaptive Intelligence
&amp;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432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C"/>
                </a:solidFill>
                <a:latin typeface="Aptos"/>
              </a:rPr>
              <a:t>Intelligent Cognitive Alarm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10128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BB5CD"/>
                </a:solidFill>
                <a:latin typeface="Aptos"/>
              </a:rPr>
              <a:t>Adaptive difficulty • behavioral analytics • habit scoring • recommendations • everyday activity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6400800" cy="96012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64008" cy="96012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736592"/>
            <a:ext cx="5989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M3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38928"/>
            <a:ext cx="5989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Personalize challenges and recommendations using the user's recorded daily activity and performance.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1188720"/>
            <a:ext cx="2926080" cy="2926080"/>
          </a:xfrm>
          <a:prstGeom prst="ellipse">
            <a:avLst/>
          </a:prstGeom>
          <a:solidFill>
            <a:srgbClr val="1C2A4E"/>
          </a:solidFill>
          <a:ln w="25400">
            <a:solidFill>
              <a:srgbClr val="37C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224028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F7FC"/>
                </a:solidFill>
                <a:latin typeface="Aptos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5989320"/>
            <a:ext cx="1097280" cy="109728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7FC"/>
                </a:solidFill>
                <a:latin typeface="Aptos"/>
              </a:rPr>
              <a:t>1. Adaptive Difficulty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BB5CD"/>
                </a:solidFill>
                <a:latin typeface="Aptos"/>
              </a:rPr>
              <a:t>AI/ML models use recorded challenge performance to support difficulty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560320" cy="18288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581912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Performance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84248"/>
            <a:ext cx="214883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Accuracy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Response time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Attempts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Recent challenge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560320" cy="18288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64008" cy="182880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581912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84248"/>
            <a:ext cx="214883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Random Forest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Probability-based prediction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Difficulty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417320"/>
            <a:ext cx="2560320" cy="18288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417320"/>
            <a:ext cx="64008" cy="182880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581912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84248"/>
            <a:ext cx="214883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Gradient boosting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Performance prediction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Difficulty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417320"/>
            <a:ext cx="2560320" cy="18288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23960" y="1417320"/>
            <a:ext cx="64008" cy="18288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581912"/>
            <a:ext cx="2148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TensorFlow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984248"/>
            <a:ext cx="214883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Neural network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Success prediction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Additional model signal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703320"/>
            <a:ext cx="2926080" cy="150876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71600" y="3703320"/>
            <a:ext cx="64008" cy="150876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3867911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AI Ensemble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70248"/>
            <a:ext cx="25146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Combines predictions from the three models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Supports the final adaptive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703320"/>
            <a:ext cx="2926080" cy="150876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17720" y="3703320"/>
            <a:ext cx="64008" cy="150876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3867911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Difficulty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270248"/>
            <a:ext cx="25146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Easy • Medium • Hard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Difficulty changes according to performance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3703320"/>
            <a:ext cx="2926080" cy="150876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63840" y="3703320"/>
            <a:ext cx="64008" cy="150876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2440" y="3867911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Challenge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270248"/>
            <a:ext cx="25146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Math • Logic • Memory • Word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Pattern • Riddle • Quiz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71800" y="5623560"/>
            <a:ext cx="6263640" cy="310896"/>
          </a:xfrm>
          <a:prstGeom prst="round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71800" y="5650992"/>
            <a:ext cx="62636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70F24"/>
                </a:solidFill>
                <a:latin typeface="Aptos"/>
              </a:rPr>
              <a:t>Scikit-learn • XGBoost • TensorFlow • Ensemble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5989320"/>
            <a:ext cx="1097280" cy="109728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7FC"/>
                </a:solidFill>
                <a:latin typeface="Aptos"/>
              </a:rPr>
              <a:t>2. Everyday Activity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BB5CD"/>
                </a:solidFill>
                <a:latin typeface="Aptos"/>
              </a:rPr>
              <a:t>The system records daily alarm, wake-up, snooze and challenge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2606040" cy="1874519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90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Wake-Up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92807"/>
            <a:ext cx="219456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Alarm triggers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Completed wake-ups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time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325880"/>
            <a:ext cx="2606040" cy="1874519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1325880"/>
            <a:ext cx="64008" cy="1874519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490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Snooze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92807"/>
            <a:ext cx="219456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count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rate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Resume after snooze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Daily snooze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25880"/>
            <a:ext cx="2606040" cy="1874519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64008" cy="1874519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490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Challenge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92807"/>
            <a:ext cx="219456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Challenges answered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Correct / incorrect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Accuracy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Difficulty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325880"/>
            <a:ext cx="2606040" cy="1874519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325880"/>
            <a:ext cx="64008" cy="1874519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14904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Response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92807"/>
            <a:ext cx="219456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Response time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Attempts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Challenge type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Performance trend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3429000" cy="16002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703320"/>
            <a:ext cx="64008" cy="160020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867911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Daily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702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Activity is tracked day by day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Historical records are available for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703320"/>
            <a:ext cx="3429000" cy="16002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3703320"/>
            <a:ext cx="64008" cy="160020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3867911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Period Filters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2702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Daily • Weekly • Monthly • Custom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Calendar-based date selection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703320"/>
            <a:ext cx="3429000" cy="160020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3703320"/>
            <a:ext cx="64008" cy="160020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60" y="3867911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Daily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270248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activity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pattern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Challenge activity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consistency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5623560"/>
            <a:ext cx="6720840" cy="310896"/>
          </a:xfrm>
          <a:prstGeom prst="round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0" y="5650992"/>
            <a:ext cx="67208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70F24"/>
                </a:solidFill>
                <a:latin typeface="Aptos"/>
              </a:rPr>
              <a:t>EVERYDAY ACTIVITY → ANALYTICS → PERSONALIZATION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5989320"/>
            <a:ext cx="1097280" cy="109728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7FC"/>
                </a:solidFill>
                <a:latin typeface="Aptos"/>
              </a:rPr>
              <a:t>3. Behavioral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BB5CD"/>
                </a:solidFill>
                <a:latin typeface="Aptos"/>
              </a:rPr>
              <a:t>Daily activity is converted into behavior trends and measurable performance insights.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525780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64008" cy="169164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Wake-Up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activity per day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consistency = completed wake-ups ÷ alarm triggers × 100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time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5780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64008" cy="169164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Snooze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38528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Daily snooze count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rate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Repeated snooze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525780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29000"/>
            <a:ext cx="64008" cy="169164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Challenge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95928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Accuracy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Average response time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Average attempts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Performance by difficulty and challenge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525780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64008" cy="169164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59359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Historical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995928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Daily activity history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Trend visualization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Selected date period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Productivity correlation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5623560"/>
            <a:ext cx="4251960" cy="310896"/>
          </a:xfrm>
          <a:prstGeom prst="round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77639" y="5650992"/>
            <a:ext cx="42519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70F24"/>
                </a:solidFill>
                <a:latin typeface="Aptos"/>
              </a:rPr>
              <a:t>Daily • Weekly • Monthly • Custom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5989320"/>
            <a:ext cx="1097280" cy="109728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7FC"/>
                </a:solidFill>
                <a:latin typeface="Aptos"/>
              </a:rPr>
              <a:t>4. Habit Scoring &amp;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BB5CD"/>
                </a:solidFill>
                <a:latin typeface="Aptos"/>
              </a:rPr>
              <a:t>The system combines behavior and performance to track progress and provide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303520" cy="416052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64008" cy="416052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Habit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38528"/>
            <a:ext cx="48920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Consistency — 35%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Challenge Completion Success — 25%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Reduction — 20%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Sleep Schedule Adherence — 20%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Overall score provides a single progress indicator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03520" cy="416052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64008" cy="416052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38528"/>
            <a:ext cx="48920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Uses current behavior and challenge performance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Focuses on areas needing attention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One current recommendation is displayed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Previous recommendations are retained with date/time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Recommendation refreshes after new challenge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5989320"/>
            <a:ext cx="1097280" cy="109728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7FC"/>
                </a:solidFill>
                <a:latin typeface="Aptos"/>
              </a:rPr>
              <a:t>5. Dashboard &amp; Technologies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BB5CD"/>
                </a:solidFill>
                <a:latin typeface="Aptos"/>
              </a:rPr>
              <a:t>The React dashboard connects the M3 metrics, charts and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274320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64008" cy="169164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490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7"/>
            <a:ext cx="2331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React.js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Dashboard UI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Chart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325880"/>
            <a:ext cx="274320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66160" y="1325880"/>
            <a:ext cx="64008" cy="169164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1490472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892807"/>
            <a:ext cx="2331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Python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FastAPI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REST 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1325880"/>
            <a:ext cx="233172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37960" y="1325880"/>
            <a:ext cx="64008" cy="169164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1490472"/>
            <a:ext cx="19202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Databases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892807"/>
            <a:ext cx="19202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PostgreSQL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MongoDB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325880"/>
            <a:ext cx="2423160" cy="169164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325880"/>
            <a:ext cx="64008" cy="169164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490472"/>
            <a:ext cx="2011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AI /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892807"/>
            <a:ext cx="20116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Scikit-learn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XGBoost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TensorFlow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74720"/>
            <a:ext cx="3429000" cy="164592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474720"/>
            <a:ext cx="64008" cy="1645920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6393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Habit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41648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Habit score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consistency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count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Challenge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474720"/>
            <a:ext cx="3429000" cy="164592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3474720"/>
            <a:ext cx="64008" cy="164592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36393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Behavior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041648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trends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Snooze pattern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Challenge activity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 activity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3474720"/>
            <a:ext cx="3337560" cy="164592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83879" y="3474720"/>
            <a:ext cx="64008" cy="1645920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0" y="3639312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041648"/>
            <a:ext cx="29260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Current recommendation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Recommendation history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Date/time of recommendations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5623560"/>
            <a:ext cx="5943600" cy="310896"/>
          </a:xfrm>
          <a:prstGeom prst="round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08960" y="5650992"/>
            <a:ext cx="5943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70F24"/>
                </a:solidFill>
                <a:latin typeface="Aptos"/>
              </a:rPr>
              <a:t>Pandas + NumPy → analytics and metric calculation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35640" y="-502920"/>
            <a:ext cx="1417320" cy="1417320"/>
          </a:xfrm>
          <a:prstGeom prst="ellipse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11480" y="5989320"/>
            <a:ext cx="1097280" cy="109728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292840" y="5440680"/>
            <a:ext cx="502920" cy="502920"/>
          </a:xfrm>
          <a:prstGeom prst="ellipse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C"/>
                </a:solidFill>
                <a:latin typeface="Aptos"/>
              </a:rPr>
              <a:t>Milestone 3 —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17043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BB5CD"/>
                </a:solidFill>
                <a:latin typeface="Aptos"/>
              </a:rPr>
              <a:t>Adaptive intelligence, everyday activity tracking and recommendation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7315200" cy="603504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64008" cy="60350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947672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01   Adaptive difficulty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6903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Random Forest + XGBoost + TensorFlow ensemble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32888"/>
            <a:ext cx="7315200" cy="603504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532888"/>
            <a:ext cx="64008" cy="603504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697480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02   Everyday activity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99816"/>
            <a:ext cx="6903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Wake-up, snooze, challenge and response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82696"/>
            <a:ext cx="7315200" cy="603504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282696"/>
            <a:ext cx="64008" cy="603504"/>
          </a:xfrm>
          <a:prstGeom prst="rect">
            <a:avLst/>
          </a:prstGeom>
          <a:solidFill>
            <a:srgbClr val="43C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447288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03   Behavioral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49624"/>
            <a:ext cx="6903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Consistency, trends, activity and performance 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32504"/>
            <a:ext cx="7315200" cy="603504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032504"/>
            <a:ext cx="64008" cy="603504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197096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04   Habit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99432"/>
            <a:ext cx="6903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Combined progress indicator from behavior/performance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82312"/>
            <a:ext cx="7315200" cy="603504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782312"/>
            <a:ext cx="64008" cy="603504"/>
          </a:xfrm>
          <a:prstGeom prst="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946903"/>
            <a:ext cx="6903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05   Recommendation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49240"/>
            <a:ext cx="690372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Current personalized recommendation + history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828800"/>
            <a:ext cx="3063240" cy="3611880"/>
          </a:xfrm>
          <a:prstGeom prst="roundRect">
            <a:avLst/>
          </a:prstGeom>
          <a:solidFill>
            <a:srgbClr val="1C2A4E"/>
          </a:solidFill>
          <a:ln w="12700">
            <a:solidFill>
              <a:srgbClr val="3E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12480" y="1828800"/>
            <a:ext cx="64008" cy="3611880"/>
          </a:xfrm>
          <a:prstGeom prst="rect">
            <a:avLst/>
          </a:prstGeom>
          <a:solidFill>
            <a:srgbClr val="37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41080" y="199339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C"/>
                </a:solidFill>
                <a:latin typeface="Aptos"/>
              </a:rPr>
              <a:t>M3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395728"/>
            <a:ext cx="2651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Adaptive challenges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Daily activity records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Behavioral trend analysis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Habit score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Personalized recommendations</a:t>
            </a:r>
          </a:p>
          <a:p>
            <a:pPr>
              <a:spcAft>
                <a:spcPts val="400"/>
              </a:spcAft>
              <a:defRPr sz="1050">
                <a:solidFill>
                  <a:srgbClr val="ABB5CD"/>
                </a:solidFill>
                <a:latin typeface="Aptos"/>
              </a:defRPr>
            </a:pPr>
            <a:r>
              <a:t>• Dashboard visualization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57400" y="5989320"/>
            <a:ext cx="8092440" cy="310896"/>
          </a:xfrm>
          <a:prstGeom prst="roundRect">
            <a:avLst/>
          </a:prstGeom>
          <a:solidFill>
            <a:srgbClr val="7B5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57400" y="6016752"/>
            <a:ext cx="809244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70F24"/>
                </a:solidFill>
                <a:latin typeface="Aptos"/>
              </a:rPr>
              <a:t>FROM EVERYDAY ACTIVITY → AI ANALYSIS → PERSONALIZED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446520"/>
            <a:ext cx="685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BB5CD"/>
                </a:solidFill>
                <a:latin typeface="Apto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686</Words>
  <Application>Microsoft Office PowerPoint</Application>
  <PresentationFormat>Widescreen</PresentationFormat>
  <Paragraphs>164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Lekhana .....</dc:creator>
  <cp:keywords/>
  <dc:description>generated using python-pptx</dc:description>
  <cp:lastModifiedBy>lbhugar21@gmail.com</cp:lastModifiedBy>
  <cp:revision>2</cp:revision>
  <dcterms:created xsi:type="dcterms:W3CDTF">2013-01-27T09:14:16Z</dcterms:created>
  <dcterms:modified xsi:type="dcterms:W3CDTF">2026-10-04T15:48:01Z</dcterms:modified>
  <cp:category/>
</cp:coreProperties>
</file>