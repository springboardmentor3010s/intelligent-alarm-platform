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0244D-37E9-3798-765B-5337ADF888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CB0603-FE6D-4E71-D89B-6A762D0545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6FD8D-CAE3-419F-41D4-DB4717095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B7A9D-06A1-4F20-89B4-AE7EAD52268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AC66BC-8813-A304-EA7D-6A57651A4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AE15E-F867-889A-7778-0EF2BCF44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920A8-2514-42B7-B66D-9861B7EE20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4966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BA21F-B24C-2DFD-5329-8DAB5C883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4E52F-CA4C-5A60-169F-6C62B5223E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3D284-AAEF-32B6-9C69-92357983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B7A9D-06A1-4F20-89B4-AE7EAD52268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EEB274-52DF-0C60-56ED-CB447A0D4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19382-7B32-5A30-AE9C-7E8E61325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920A8-2514-42B7-B66D-9861B7EE20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2394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259E1-C89C-04EE-3F92-5C543275E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194343-B96D-9801-BA94-AE7CC38929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2CEF9-98E8-0FB4-034E-C7D5D391C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B7A9D-06A1-4F20-89B4-AE7EAD52268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4788E-067F-B98F-92A0-2188CFE9F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24835-84AB-E90A-CD35-24F03E96B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920A8-2514-42B7-B66D-9861B7EE20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2221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00225-9488-FB22-5B63-4EE231914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67A80-84AE-6951-0A4C-37D4CE2394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48F088-EF17-54F8-9351-A83BD39250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5C7677-AAA4-5523-77C7-6DF787894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B7A9D-06A1-4F20-89B4-AE7EAD52268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924186-3CD4-5B45-84E1-F0F857EA0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1CB82D-210A-0148-9FB4-B65D735B6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920A8-2514-42B7-B66D-9861B7EE20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2433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DF17B-980C-544F-7E2D-2A5FAAEA6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CE3693-0D61-3948-ED47-9987A5F81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9561E7-EB96-40A7-8714-C4B21032C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D0592C-5C76-FE15-9033-82E1375C4C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BDB16B-81BB-CB29-C2B7-ACF34DBF73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369B49-F9B6-0670-0774-0044385B4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B7A9D-06A1-4F20-89B4-AE7EAD52268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462330-2ADB-B57B-45BD-82CF6C103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B0B814-3E81-1A4B-53DA-BD6544E95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920A8-2514-42B7-B66D-9861B7EE20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6732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A4B39-B714-EEB5-8168-5CF4828B8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48B72D-004A-2BDA-7B57-D51DDEB8C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B7A9D-06A1-4F20-89B4-AE7EAD52268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41B7CC-6F72-4680-1461-CAFCAB313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AF5D82-7E5E-9F40-B5AF-5EF0A1787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920A8-2514-42B7-B66D-9861B7EE20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228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285BE7-A974-49C9-819D-DE0A0A50A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B7A9D-06A1-4F20-89B4-AE7EAD52268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B69D55-8FE6-77A2-90D9-5E488B63B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C96886-6848-3C83-F319-CBA8833C2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920A8-2514-42B7-B66D-9861B7EE20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456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D9310-FF13-E9B9-1CD6-08B994D8D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22B1A-1B80-0C70-CEAB-40BD36E441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F97264-4427-942E-2E8D-C648FD3214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0CDEA-D612-80C8-9E1D-FED978CD1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B7A9D-06A1-4F20-89B4-AE7EAD52268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FB29CA-B016-89BB-ACCC-99AEE1B2B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842B06-B9E7-0BDC-B0D3-EF7FA6258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920A8-2514-42B7-B66D-9861B7EE20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113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09EEC-3715-7B0C-3743-8417110EB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B9BD0E-4F72-0E46-402C-F9831AB482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51F24D-CBDD-C3E4-B23F-C2693E38A1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B742CE-F03C-462D-A817-43BB99FFF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B7A9D-06A1-4F20-89B4-AE7EAD52268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FB4177-379B-29A2-7B89-E3A6AC9CA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CE67F-75CB-439A-ED76-9C6AB25C2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920A8-2514-42B7-B66D-9861B7EE20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4108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E6A2E-22AF-38DE-1529-4F047BFAD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064BD7-1D82-D00C-6FF1-95C93BA3C8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3AEDA-50B0-943B-F1D9-AB8481D5D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B7A9D-06A1-4F20-89B4-AE7EAD52268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CC7ECC-8457-97DA-1A09-3566D2244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60764-BB47-FEE1-5E00-CEAC744C2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920A8-2514-42B7-B66D-9861B7EE20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604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7AE506-48A5-470A-F066-8F088F2C64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091093-31EC-92E0-1874-4C0073719E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D37C1-C601-8DCF-0A11-09400064A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B7A9D-06A1-4F20-89B4-AE7EAD52268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63112-E7C4-3161-6DA1-0F8BB4D6A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93677-61FD-CBB4-CDEF-08CE8B25C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920A8-2514-42B7-B66D-9861B7EE20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1749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27FA35-6734-A5B5-4CD9-EF10081A8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D14B3-3747-64DA-0CF7-09FF72AB1D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CC46D4-4872-EDFD-9B66-91B5BF311F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B7A9D-06A1-4F20-89B4-AE7EAD52268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5D2CA-A034-3AD2-8A56-3AAC9D794E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B2EB22-2334-BD02-A4C8-1D43140DCD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8920A8-2514-42B7-B66D-9861B7EE20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6991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15D4B-04EF-8B9B-CC2F-4F3ADE3B2F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443891-797F-8944-06E8-10635F84CC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7813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945FF6-FF02-A2D6-FC77-02031901CAC0}"/>
              </a:ext>
            </a:extLst>
          </p:cNvPr>
          <p:cNvSpPr txBox="1"/>
          <p:nvPr/>
        </p:nvSpPr>
        <p:spPr>
          <a:xfrm>
            <a:off x="230588" y="524786"/>
            <a:ext cx="891142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Problem</a:t>
            </a:r>
            <a:endParaRPr lang="en-IN" dirty="0"/>
          </a:p>
          <a:p>
            <a:pPr>
              <a:buNone/>
            </a:pPr>
            <a:r>
              <a:rPr lang="en-IN" dirty="0"/>
              <a:t>Traditional alarms can be easily dismissed or snoozed and do not consider the user's sleep schedule, wake-up </a:t>
            </a:r>
            <a:r>
              <a:rPr lang="en-IN" dirty="0" err="1"/>
              <a:t>behavior</a:t>
            </a:r>
            <a:r>
              <a:rPr lang="en-IN" dirty="0"/>
              <a:t>, or personal goals.</a:t>
            </a:r>
          </a:p>
          <a:p>
            <a:pPr>
              <a:buNone/>
            </a:pPr>
            <a:r>
              <a:rPr lang="en-IN" b="1" dirty="0"/>
              <a:t>Objective</a:t>
            </a:r>
            <a:endParaRPr lang="en-IN" dirty="0"/>
          </a:p>
          <a:p>
            <a:pPr>
              <a:buNone/>
            </a:pPr>
            <a:r>
              <a:rPr lang="en-IN" dirty="0"/>
              <a:t>Develop an intelligent alarm platform that: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Encourages consistent wake-up habits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Uses personalized wake-up interactions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Tracks sleep and wake-up </a:t>
            </a:r>
            <a:r>
              <a:rPr lang="en-IN" dirty="0" err="1"/>
              <a:t>behavior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Reduces oversleeping and excessive snoozing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Supports healthier routines</a:t>
            </a:r>
          </a:p>
        </p:txBody>
      </p:sp>
    </p:spTree>
    <p:extLst>
      <p:ext uri="{BB962C8B-B14F-4D97-AF65-F5344CB8AC3E}">
        <p14:creationId xmlns:p14="http://schemas.microsoft.com/office/powerpoint/2010/main" val="3197070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E87B38-ED86-27AB-BEF2-CF45B5B0473E}"/>
              </a:ext>
            </a:extLst>
          </p:cNvPr>
          <p:cNvSpPr txBox="1"/>
          <p:nvPr/>
        </p:nvSpPr>
        <p:spPr>
          <a:xfrm>
            <a:off x="226684" y="1335439"/>
            <a:ext cx="609467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Existing Problem</a:t>
            </a:r>
          </a:p>
          <a:p>
            <a:pPr>
              <a:buNone/>
            </a:pPr>
            <a:r>
              <a:rPr lang="en-IN" dirty="0"/>
              <a:t>Traditional alarm systems: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Can be easily dismissed.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Allow repeated snoozing.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Do not consider individual sleep patterns.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Do not track wake-up consistency.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Do not provide personalized wake-up experiences.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DAAE87-B412-9CA8-68A4-0FB73F391564}"/>
              </a:ext>
            </a:extLst>
          </p:cNvPr>
          <p:cNvSpPr txBox="1"/>
          <p:nvPr/>
        </p:nvSpPr>
        <p:spPr>
          <a:xfrm>
            <a:off x="6665182" y="821089"/>
            <a:ext cx="609467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User</a:t>
            </a:r>
          </a:p>
          <a:p>
            <a:r>
              <a:rPr lang="en-IN" dirty="0"/>
              <a:t> ↓</a:t>
            </a:r>
          </a:p>
          <a:p>
            <a:r>
              <a:rPr lang="en-IN" dirty="0"/>
              <a:t>Personalized Profile</a:t>
            </a:r>
          </a:p>
          <a:p>
            <a:r>
              <a:rPr lang="en-IN" dirty="0"/>
              <a:t> ↓</a:t>
            </a:r>
          </a:p>
          <a:p>
            <a:r>
              <a:rPr lang="en-IN" dirty="0"/>
              <a:t>Sleep &amp; Wake-up Goals</a:t>
            </a:r>
          </a:p>
          <a:p>
            <a:r>
              <a:rPr lang="en-IN" dirty="0"/>
              <a:t> ↓</a:t>
            </a:r>
          </a:p>
          <a:p>
            <a:r>
              <a:rPr lang="en-IN" dirty="0"/>
              <a:t>Smart Alarm</a:t>
            </a:r>
          </a:p>
          <a:p>
            <a:r>
              <a:rPr lang="en-IN" dirty="0"/>
              <a:t> ↓</a:t>
            </a:r>
          </a:p>
          <a:p>
            <a:r>
              <a:rPr lang="en-IN" dirty="0"/>
              <a:t>Cognitive Interaction</a:t>
            </a:r>
          </a:p>
          <a:p>
            <a:r>
              <a:rPr lang="en-IN" dirty="0"/>
              <a:t> ↓</a:t>
            </a:r>
          </a:p>
          <a:p>
            <a:r>
              <a:rPr lang="en-IN" dirty="0"/>
              <a:t>Wake-up Verification</a:t>
            </a:r>
          </a:p>
          <a:p>
            <a:r>
              <a:rPr lang="en-IN" dirty="0"/>
              <a:t> ↓</a:t>
            </a:r>
          </a:p>
          <a:p>
            <a:r>
              <a:rPr lang="en-IN" dirty="0" err="1"/>
              <a:t>Behavior</a:t>
            </a:r>
            <a:r>
              <a:rPr lang="en-IN" dirty="0"/>
              <a:t> Analysis</a:t>
            </a:r>
          </a:p>
          <a:p>
            <a:r>
              <a:rPr lang="en-IN" dirty="0"/>
              <a:t> ↓</a:t>
            </a:r>
          </a:p>
          <a:p>
            <a:r>
              <a:rPr lang="en-IN" dirty="0"/>
              <a:t>Personalized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148152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C09A81-B2A8-5D65-D3F3-800689D69E81}"/>
              </a:ext>
            </a:extLst>
          </p:cNvPr>
          <p:cNvSpPr txBox="1"/>
          <p:nvPr/>
        </p:nvSpPr>
        <p:spPr>
          <a:xfrm>
            <a:off x="4470622" y="332169"/>
            <a:ext cx="6094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System Architecture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FACF7E-3476-3A4B-61D0-12097926AD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8959" y="1043407"/>
            <a:ext cx="6094854" cy="548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21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4568C6-45A6-08BF-05BA-4DDBA42C228B}"/>
              </a:ext>
            </a:extLst>
          </p:cNvPr>
          <p:cNvSpPr txBox="1"/>
          <p:nvPr/>
        </p:nvSpPr>
        <p:spPr>
          <a:xfrm>
            <a:off x="3842469" y="69776"/>
            <a:ext cx="6094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Core Database Schema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B3F424-714A-8A6E-9265-C5C8F14D43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280" y="747422"/>
            <a:ext cx="7504334" cy="55977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974CF9-3833-C52D-7AA0-C8DC4D50552B}"/>
              </a:ext>
            </a:extLst>
          </p:cNvPr>
          <p:cNvSpPr txBox="1"/>
          <p:nvPr/>
        </p:nvSpPr>
        <p:spPr>
          <a:xfrm>
            <a:off x="7993049" y="1043726"/>
            <a:ext cx="609467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Profile Information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Preferred Wake-up Time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Sleep Duration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Time Zone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Productivity Goals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Difficulty Preference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Habit Preferences</a:t>
            </a:r>
          </a:p>
        </p:txBody>
      </p:sp>
    </p:spTree>
    <p:extLst>
      <p:ext uri="{BB962C8B-B14F-4D97-AF65-F5344CB8AC3E}">
        <p14:creationId xmlns:p14="http://schemas.microsoft.com/office/powerpoint/2010/main" val="3735150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7B33DA-2552-4B31-D37B-CC511A146DDF}"/>
              </a:ext>
            </a:extLst>
          </p:cNvPr>
          <p:cNvSpPr txBox="1"/>
          <p:nvPr/>
        </p:nvSpPr>
        <p:spPr>
          <a:xfrm>
            <a:off x="4017397" y="173142"/>
            <a:ext cx="6094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USER PROFILE &amp; HABIT MANAGEMENT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D6FC19-D369-9585-4B38-4602E9BA4E56}"/>
              </a:ext>
            </a:extLst>
          </p:cNvPr>
          <p:cNvSpPr txBox="1"/>
          <p:nvPr/>
        </p:nvSpPr>
        <p:spPr>
          <a:xfrm>
            <a:off x="8255442" y="1617516"/>
            <a:ext cx="609467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Habit Management</a:t>
            </a:r>
          </a:p>
          <a:p>
            <a:pPr>
              <a:buNone/>
            </a:pPr>
            <a:r>
              <a:rPr lang="en-IN" b="1" dirty="0"/>
              <a:t>Sleep Schedule</a:t>
            </a:r>
            <a:br>
              <a:rPr lang="en-IN" dirty="0"/>
            </a:br>
            <a:r>
              <a:rPr lang="en-IN" dirty="0"/>
              <a:t>→ Bedtime + Wake-up time</a:t>
            </a:r>
          </a:p>
          <a:p>
            <a:pPr>
              <a:buNone/>
            </a:pPr>
            <a:r>
              <a:rPr lang="en-IN" b="1" dirty="0"/>
              <a:t>Wake-up Goal</a:t>
            </a:r>
            <a:br>
              <a:rPr lang="en-IN" dirty="0"/>
            </a:br>
            <a:r>
              <a:rPr lang="en-IN" dirty="0"/>
              <a:t>→ Target wake-up time</a:t>
            </a:r>
          </a:p>
          <a:p>
            <a:pPr>
              <a:buNone/>
            </a:pPr>
            <a:r>
              <a:rPr lang="en-IN" b="1" dirty="0"/>
              <a:t>Productivity Goal</a:t>
            </a:r>
            <a:br>
              <a:rPr lang="en-IN" dirty="0"/>
            </a:br>
            <a:r>
              <a:rPr lang="en-IN" dirty="0"/>
              <a:t>→ Daily productivity target</a:t>
            </a:r>
          </a:p>
          <a:p>
            <a:pPr>
              <a:buNone/>
            </a:pPr>
            <a:r>
              <a:rPr lang="en-IN" b="1" dirty="0"/>
              <a:t>Habit Preferences</a:t>
            </a:r>
            <a:br>
              <a:rPr lang="en-IN" dirty="0"/>
            </a:br>
            <a:r>
              <a:rPr lang="en-IN" dirty="0"/>
              <a:t>→ Personalized routine preferences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DB6A49-ECBE-4FDC-87ED-D95CC39979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922" y="641595"/>
            <a:ext cx="4572000" cy="6043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36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F47AD8-B3F9-C612-96A9-0348F66862FC}"/>
              </a:ext>
            </a:extLst>
          </p:cNvPr>
          <p:cNvSpPr txBox="1"/>
          <p:nvPr/>
        </p:nvSpPr>
        <p:spPr>
          <a:xfrm>
            <a:off x="3921981" y="220850"/>
            <a:ext cx="6094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UI WIREFRAMES &amp; ALARM WORKFLOW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5978A8-3FC3-751D-00C9-20E0532962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063" y="715618"/>
            <a:ext cx="9454101" cy="625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943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C178BC-61BA-59A0-A248-240480EFCB60}"/>
              </a:ext>
            </a:extLst>
          </p:cNvPr>
          <p:cNvSpPr txBox="1"/>
          <p:nvPr/>
        </p:nvSpPr>
        <p:spPr>
          <a:xfrm>
            <a:off x="4112813" y="1801692"/>
            <a:ext cx="609467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Create Alarm</a:t>
            </a:r>
          </a:p>
          <a:p>
            <a:r>
              <a:rPr lang="en-IN" dirty="0"/>
              <a:t>     ↓</a:t>
            </a:r>
          </a:p>
          <a:p>
            <a:r>
              <a:rPr lang="en-IN" dirty="0"/>
              <a:t>Select Time</a:t>
            </a:r>
          </a:p>
          <a:p>
            <a:r>
              <a:rPr lang="en-IN" dirty="0"/>
              <a:t>     ↓</a:t>
            </a:r>
          </a:p>
          <a:p>
            <a:r>
              <a:rPr lang="en-IN" dirty="0"/>
              <a:t>Select Alarm Type</a:t>
            </a:r>
          </a:p>
          <a:p>
            <a:r>
              <a:rPr lang="en-IN" dirty="0"/>
              <a:t>     ↓</a:t>
            </a:r>
          </a:p>
          <a:p>
            <a:r>
              <a:rPr lang="en-IN" dirty="0"/>
              <a:t>Set Repeat Schedule</a:t>
            </a:r>
          </a:p>
          <a:p>
            <a:r>
              <a:rPr lang="en-IN" dirty="0"/>
              <a:t>     ↓</a:t>
            </a:r>
          </a:p>
          <a:p>
            <a:r>
              <a:rPr lang="en-IN" dirty="0"/>
              <a:t>Save Alarm</a:t>
            </a:r>
          </a:p>
          <a:p>
            <a:r>
              <a:rPr lang="en-IN" dirty="0"/>
              <a:t>     ↓</a:t>
            </a:r>
          </a:p>
          <a:p>
            <a:r>
              <a:rPr lang="en-IN" dirty="0"/>
              <a:t>Alarm Added to Dashboard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9950ED-DF58-E0BC-B060-B1E22883CD61}"/>
              </a:ext>
            </a:extLst>
          </p:cNvPr>
          <p:cNvSpPr txBox="1"/>
          <p:nvPr/>
        </p:nvSpPr>
        <p:spPr>
          <a:xfrm>
            <a:off x="4931797" y="403731"/>
            <a:ext cx="6094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Alarm Workflow</a:t>
            </a:r>
          </a:p>
        </p:txBody>
      </p:sp>
    </p:spTree>
    <p:extLst>
      <p:ext uri="{BB962C8B-B14F-4D97-AF65-F5344CB8AC3E}">
        <p14:creationId xmlns:p14="http://schemas.microsoft.com/office/powerpoint/2010/main" val="3071245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EBEC3E-B3E3-B4CC-6F62-41F3A223E703}"/>
              </a:ext>
            </a:extLst>
          </p:cNvPr>
          <p:cNvSpPr txBox="1"/>
          <p:nvPr/>
        </p:nvSpPr>
        <p:spPr>
          <a:xfrm>
            <a:off x="4884089" y="196997"/>
            <a:ext cx="6094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Authentication Flow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E03B2A-82A5-9DF6-39C1-610B357532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824948"/>
            <a:ext cx="4572000" cy="5208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79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</Words>
  <Application>Microsoft Office PowerPoint</Application>
  <PresentationFormat>Widescreen</PresentationFormat>
  <Paragraphs>60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Kavinayaa murugesan</dc:creator>
  <cp:lastModifiedBy>Kavinayaa murugesan</cp:lastModifiedBy>
  <cp:revision>1</cp:revision>
  <dcterms:created xsi:type="dcterms:W3CDTF">2026-08-31T14:45:24Z</dcterms:created>
  <dcterms:modified xsi:type="dcterms:W3CDTF">2026-08-31T14:45:37Z</dcterms:modified>
</cp:coreProperties>
</file>