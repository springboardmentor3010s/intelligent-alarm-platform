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7C8E090-F585-65FC-00E0-AC867A801B6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Objectives" id="{00209738-D4E5-73DE-E9B9-19690DD896B4}">
          <p14:sldIdLst>
            <p14:sldId id="263"/>
          </p14:sldIdLst>
        </p14:section>
        <p14:section name="Architecture" id="{BDF110A7-A1BF-CA79-E59A-9F66EC129DF3}">
          <p14:sldIdLst>
            <p14:sldId id="264"/>
            <p14:sldId id="265"/>
            <p14:sldId id="266"/>
          </p14:sldIdLst>
        </p14:section>
        <p14:section name="Internship" id="{B5FF1C99-014B-0DE2-6BA3-043CA044C13B}">
          <p14:sldIdLst>
            <p14:sldId id="267"/>
          </p14:sldIdLst>
        </p14:section>
        <p14:section name="Project work" id="{09EB1345-8D7F-F05A-A44C-D8E54263B268}">
          <p14:sldIdLst>
            <p14:sldId id="268"/>
            <p14:sldId id="269"/>
            <p14:sldId id="270"/>
            <p14:sldId id="271"/>
          </p14:sldIdLst>
        </p14:section>
        <p14:section name="Results" id="{B54FDDB6-F97C-3F43-00AD-182CBC630573}">
          <p14:sldIdLst>
            <p14:sldId id="272"/>
            <p14:sldId id="273"/>
            <p14:sldId id="274"/>
            <p14:sldId id="275"/>
          </p14:sldIdLst>
        </p14:section>
        <p14:section name="Deployment" id="{AD257947-DDF7-F03A-691C-A5FECDC3BBAD}">
          <p14:sldIdLst>
            <p14:sldId id="276"/>
            <p14:sldId id="277"/>
          </p14:sldIdLst>
        </p14:section>
        <p14:section name="Conclusion" id="{5FB5385B-9A06-6FE3-F545-900EF69BD9C2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ya Manokaran" userId="9c9336cb541d1d61" providerId="LiveId" clId="{22368A23-BC12-4855-AC97-68B1167E5F11}"/>
    <pc:docChg chg="custSel modSld">
      <pc:chgData name="Tharunya Manokaran" userId="9c9336cb541d1d61" providerId="LiveId" clId="{22368A23-BC12-4855-AC97-68B1167E5F11}" dt="2026-10-16T09:42:53.101" v="19" actId="478"/>
      <pc:docMkLst>
        <pc:docMk/>
      </pc:docMkLst>
      <pc:sldChg chg="modSp mod">
        <pc:chgData name="Tharunya Manokaran" userId="9c9336cb541d1d61" providerId="LiveId" clId="{22368A23-BC12-4855-AC97-68B1167E5F11}" dt="2026-10-16T09:42:40.680" v="18" actId="20577"/>
        <pc:sldMkLst>
          <pc:docMk/>
          <pc:sldMk cId="0" sldId="256"/>
        </pc:sldMkLst>
        <pc:spChg chg="mod">
          <ac:chgData name="Tharunya Manokaran" userId="9c9336cb541d1d61" providerId="LiveId" clId="{22368A23-BC12-4855-AC97-68B1167E5F11}" dt="2026-10-16T09:42:40.680" v="18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">
        <pc:chgData name="Tharunya Manokaran" userId="9c9336cb541d1d61" providerId="LiveId" clId="{22368A23-BC12-4855-AC97-68B1167E5F11}" dt="2026-10-16T09:42:53.101" v="19" actId="478"/>
        <pc:sldMkLst>
          <pc:docMk/>
          <pc:sldMk cId="0" sldId="279"/>
        </pc:sldMkLst>
        <pc:spChg chg="del">
          <ac:chgData name="Tharunya Manokaran" userId="9c9336cb541d1d61" providerId="LiveId" clId="{22368A23-BC12-4855-AC97-68B1167E5F11}" dt="2026-10-16T09:42:53.101" v="19" actId="478"/>
          <ac:spMkLst>
            <pc:docMk/>
            <pc:sldMk cId="0" sldId="27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67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 will present my Infosys Springboard internship project: CognitiveWake, an AI-based cognitive wake-up alarm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chapters of the report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traditional alarms, CognitiveWake requires a cognitive challenge before the alarm can be dismissed.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must be completed to switch off the alarm; habit scores and streaks reward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 groups; difficulty levels sit with the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Cognitive challenges give short mental activities when responding to the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Together these give an engaging approach to consistent morning 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common objective covering learning, technical and career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Presentation, application and data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components make up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arrows: user, frontend, backend, database, and back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and how it was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goal: make waking up interactive and build regular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guide a practical, accessible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system does, and how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stages from analysis to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screen does,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screen does,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screen does,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screen does,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containerises each component; Compose configures and manages them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steps and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main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4206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42062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AI-Driven Cognitive Wake-Up Platform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for Personalized Challenges and Habit Formation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3"/>
                </a:solidFill>
              </a:rPr>
              <a:t>Infosys Springboard Virtual Internship 7.0 </a:t>
            </a:r>
          </a:p>
          <a:p>
            <a:pPr marL="0" indent="0" algn="l">
              <a:buNone/>
            </a:pPr>
            <a:endParaRPr lang="en-US" sz="13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Presented by: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Tharunya Manokaran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Homepage screenshot" descr="img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1724032"/>
          </a:xfrm>
          <a:prstGeom prst="rect">
            <a:avLst/>
          </a:prstGeom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will cover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tep number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Introduction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Overview, features, benefits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257175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step number"/>
          <p:cNvSpPr/>
          <p:nvPr/>
        </p:nvSpPr>
        <p:spPr>
          <a:xfrm>
            <a:off x="2736342" y="126187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3634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3634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Objective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common goal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68630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4850892" y="126187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08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5089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Architecture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Layers, components, flow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80085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step number"/>
          <p:cNvSpPr/>
          <p:nvPr/>
        </p:nvSpPr>
        <p:spPr>
          <a:xfrm>
            <a:off x="6965442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6544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6544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Internship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Challenges and solutions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0" name="step number"/>
          <p:cNvSpPr/>
          <p:nvPr/>
        </p:nvSpPr>
        <p:spPr>
          <a:xfrm>
            <a:off x="621792" y="313639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Project work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Requirements, build, results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257175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step number"/>
          <p:cNvSpPr/>
          <p:nvPr/>
        </p:nvSpPr>
        <p:spPr>
          <a:xfrm>
            <a:off x="2736342" y="31363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3634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73634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Deployment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and Compose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468630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step number"/>
          <p:cNvSpPr/>
          <p:nvPr/>
        </p:nvSpPr>
        <p:spPr>
          <a:xfrm>
            <a:off x="4850892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089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5089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Conclusion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Overview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CognitiveWake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An AI-based cognitive alarm platform that makes waking up interactive and effective.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313307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3133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Challenge before dismissal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Complete a cognitive task to turn the alarm off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004822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220849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2208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0542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Personalised alarms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Custom settings and brain exercises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2912364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1283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283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958084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Habit score and streaks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Monitor progress over time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703320" y="3819906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9" name="marker"/>
          <p:cNvSpPr/>
          <p:nvPr/>
        </p:nvSpPr>
        <p:spPr>
          <a:xfrm>
            <a:off x="3886200" y="403593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4035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65626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Friendly interface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Builds consistent morning routines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 and our answer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Waking on time is hard for students, professionals and anyone with a busy schedule.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313307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3133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problem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Traditional alarms are dismissed easily, causing repeated snoozing and irregular habits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004822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220849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2208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0542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Maths problems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Quick calculations to wake the brain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2912364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1283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283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958084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Memory exercises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Short recall tasks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703320" y="3819906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9" name="marker"/>
          <p:cNvSpPr/>
          <p:nvPr/>
        </p:nvSpPr>
        <p:spPr>
          <a:xfrm>
            <a:off x="3886200" y="403593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4035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65626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Pattern recognition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Spot the pattern to stop the alarm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590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261872"/>
            <a:ext cx="2261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Registration &amp; login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Secure user accounts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3276600" y="1097280"/>
            <a:ext cx="2590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41192" y="1261872"/>
            <a:ext cx="2261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Alarm management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Customisable alarms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096000" y="1097280"/>
            <a:ext cx="2590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0592" y="1261872"/>
            <a:ext cx="2261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Cognitive challenges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Interactive, with difficulty levels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2971800"/>
            <a:ext cx="2590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3136392"/>
            <a:ext cx="2261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Personal dashboard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Habit scores and streaks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3276600" y="2971800"/>
            <a:ext cx="2590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41192" y="3136392"/>
            <a:ext cx="2261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Role-based access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Users, moderators, administrators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096000" y="2971800"/>
            <a:ext cx="2590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0592" y="3136392"/>
            <a:ext cx="2261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Responsive design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Desktop, tablet and mobile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Who can use it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590800" cy="352044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/>
          <p:nvPr/>
        </p:nvSpPr>
        <p:spPr>
          <a:xfrm>
            <a:off x="457200" y="1097280"/>
            <a:ext cx="25908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25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Wake up on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Classes and examinations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Academic activities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76600" y="1097280"/>
            <a:ext cx="2590800" cy="352044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8" name="header"/>
          <p:cNvSpPr/>
          <p:nvPr/>
        </p:nvSpPr>
        <p:spPr>
          <a:xfrm>
            <a:off x="3276600" y="1097280"/>
            <a:ext cx="2590800" cy="594360"/>
          </a:xfrm>
          <a:prstGeom prst="roundRect">
            <a:avLst>
              <a:gd name="adj" fmla="val 12308"/>
            </a:avLst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59480" y="109728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59480" y="1920240"/>
            <a:ext cx="2225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punctuality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Fits daily schedules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Short mental warm-up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96000" y="1097280"/>
            <a:ext cx="2590800" cy="352044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12" name="header"/>
          <p:cNvSpPr/>
          <p:nvPr/>
        </p:nvSpPr>
        <p:spPr>
          <a:xfrm>
            <a:off x="6096000" y="1097280"/>
            <a:ext cx="259080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8880" y="109728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 builders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78880" y="1920240"/>
            <a:ext cx="2225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waking consistency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regular schedules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Personal development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Benefits over traditional alarms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CognitiveWake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Alarm management, cognitive activities and habit tracking in one system.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313307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3133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simple dismissal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challenge is required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004822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220849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2208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0542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Active engagement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Interactive tasks on waking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2912364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1283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283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958084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Progress tracking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Habit scores and streaks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703320" y="3819906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9" name="marker"/>
          <p:cNvSpPr/>
          <p:nvPr/>
        </p:nvSpPr>
        <p:spPr>
          <a:xfrm>
            <a:off x="3886200" y="403593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4035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65626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Flexibility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Personalised alarms, adjustable difficulty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 of the internship</a:t>
            </a:r>
            <a:endParaRPr lang="en-US" sz="3000" dirty="0"/>
          </a:p>
        </p:txBody>
      </p:sp>
      <p:sp>
        <p:nvSpPr>
          <p:cNvPr id="3" name="objective card"/>
          <p:cNvSpPr/>
          <p:nvPr/>
        </p:nvSpPr>
        <p:spPr>
          <a:xfrm>
            <a:off x="457200" y="1097280"/>
            <a:ext cx="822960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CognitiveWake, a responsive AI-based alarm platform that requires a cognitive challenge before an alarm can be dismissed, while gaining practical experience in designing, developing and deploying a complete application.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3108960"/>
            <a:ext cx="258775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6" name="header"/>
          <p:cNvSpPr/>
          <p:nvPr/>
        </p:nvSpPr>
        <p:spPr>
          <a:xfrm>
            <a:off x="457200" y="3108960"/>
            <a:ext cx="258775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Learn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Real-world problem-solving and logical thinking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78124" y="3108960"/>
            <a:ext cx="258775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header"/>
          <p:cNvSpPr/>
          <p:nvPr/>
        </p:nvSpPr>
        <p:spPr>
          <a:xfrm>
            <a:off x="3278124" y="3108960"/>
            <a:ext cx="2587752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61004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61004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Authentication, alarms, challenges, habit scores and streaks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99048" y="3108960"/>
            <a:ext cx="258775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4" name="header"/>
          <p:cNvSpPr/>
          <p:nvPr/>
        </p:nvSpPr>
        <p:spPr>
          <a:xfrm>
            <a:off x="6099048" y="3108960"/>
            <a:ext cx="2587752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81928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Debugging, project management and career-ready skills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Three-tier architecture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377440" cy="2926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/>
          <p:nvPr/>
        </p:nvSpPr>
        <p:spPr>
          <a:xfrm>
            <a:off x="45720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Presentation layer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user interface built with React, HTML, CSS and JavaScript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2926080" y="2468880"/>
            <a:ext cx="36576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card"/>
          <p:cNvSpPr/>
          <p:nvPr/>
        </p:nvSpPr>
        <p:spPr>
          <a:xfrm>
            <a:off x="3383280" y="1188720"/>
            <a:ext cx="2377440" cy="2926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header"/>
          <p:cNvSpPr/>
          <p:nvPr/>
        </p:nvSpPr>
        <p:spPr>
          <a:xfrm>
            <a:off x="338328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Application layer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116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Backend services handling core functionality and APIs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5852160" y="2468880"/>
            <a:ext cx="36576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ard"/>
          <p:cNvSpPr/>
          <p:nvPr/>
        </p:nvSpPr>
        <p:spPr>
          <a:xfrm>
            <a:off x="6309360" y="1188720"/>
            <a:ext cx="2377440" cy="2926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header"/>
          <p:cNvSpPr/>
          <p:nvPr/>
        </p:nvSpPr>
        <p:spPr>
          <a:xfrm>
            <a:off x="630936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layer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0116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MongoDB storing and retrieving 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layers work together for efficient, maintainable and responsive communication.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components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26187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User authentication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Registration and login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257175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36342" y="126187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Alarm management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and manage alarms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68630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50892" y="126187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Cognitive challenge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brain exercises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80085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65442" y="126187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Habit tracking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Scores and waking streaks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5720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313639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Role-based access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User, moderator, admin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257175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36342" y="313639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API integration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Frontend to backend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68630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50892" y="3136392"/>
            <a:ext cx="155676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Database (MongoDB)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Users, alarms, challenges, progress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 flow</a:t>
            </a:r>
            <a:endParaRPr lang="en-US" sz="3000" dirty="0"/>
          </a:p>
        </p:txBody>
      </p:sp>
      <p:pic>
        <p:nvPicPr>
          <p:cNvPr id="3" name="Architecture flowchart" descr="img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953225" cy="347472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6583680" y="1097280"/>
            <a:ext cx="2103120" cy="795528"/>
          </a:xfrm>
          <a:prstGeom prst="roundRect">
            <a:avLst>
              <a:gd name="adj" fmla="val 919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20840" y="1161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Request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720840" y="1426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UI calls backend via HTTP/JSON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583680" y="1984248"/>
            <a:ext cx="2103120" cy="795528"/>
          </a:xfrm>
          <a:prstGeom prst="roundRect">
            <a:avLst>
              <a:gd name="adj" fmla="val 919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20840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Process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Auth, alarms, challenges, scores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583680" y="2871216"/>
            <a:ext cx="2103120" cy="795528"/>
          </a:xfrm>
          <a:prstGeom prst="roundRect">
            <a:avLst>
              <a:gd name="adj" fmla="val 919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20840" y="2935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Store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MongoDB queries and records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583680" y="3758184"/>
            <a:ext cx="2103120" cy="795528"/>
          </a:xfrm>
          <a:prstGeom prst="roundRect">
            <a:avLst>
              <a:gd name="adj" fmla="val 9195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2084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Respond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4087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Dashboard, streak, result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Challenges and solutions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 more user-friendly, responsive and reliable application.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313307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3133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Frontend–backend connection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Checked API configurations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004822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220849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2208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0542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 and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Tested and debugged code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2912364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1283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283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958084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Desktop and mobile layout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Modified CSS styles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703320" y="3819906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9" name="marker"/>
          <p:cNvSpPr/>
          <p:nvPr/>
        </p:nvSpPr>
        <p:spPr>
          <a:xfrm>
            <a:off x="3886200" y="403593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4035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65626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Deployment issues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Checked code changes, GitHub, Render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CognitiveWake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Wake up actively and keep consistent morning routines.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313307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3133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Challenge to dismiss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 just one tap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004822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220849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2208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0542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Core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Authentication, alarms, brain exercises, habit score, streaks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2912364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1283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283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958084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Technology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React frontend, backend APIs, MongoDB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703320" y="3819906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9" name="marker"/>
          <p:cNvSpPr/>
          <p:nvPr/>
        </p:nvSpPr>
        <p:spPr>
          <a:xfrm>
            <a:off x="3886200" y="403593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4035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65626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Desktop and mobile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Business requirement analysis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Conventional alarms are stopped without meaningful interaction.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1100328"/>
          </a:xfrm>
          <a:prstGeom prst="roundRect">
            <a:avLst>
              <a:gd name="adj" fmla="val 6648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4645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4645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Hard to wake on time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307336"/>
            <a:ext cx="4983480" cy="1100328"/>
          </a:xfrm>
          <a:prstGeom prst="roundRect">
            <a:avLst>
              <a:gd name="adj" fmla="val 6648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674620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674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353056"/>
            <a:ext cx="411480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Solution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Engaging alarms with challenges and progress tracking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3517392"/>
            <a:ext cx="4983480" cy="1100328"/>
          </a:xfrm>
          <a:prstGeom prst="roundRect">
            <a:avLst>
              <a:gd name="adj" fmla="val 6648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88467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8846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563112"/>
            <a:ext cx="411480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Students, professionals, anyone improving mornings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Functional and non-functional requirements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005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/>
          <p:nvPr/>
        </p:nvSpPr>
        <p:spPr>
          <a:xfrm>
            <a:off x="457200" y="1097280"/>
            <a:ext cx="40005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3634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6347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Registration and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Alarm creation and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Challenge execution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Habit score and streaks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Role-based access control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86300" y="1097280"/>
            <a:ext cx="40005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8" name="header"/>
          <p:cNvSpPr/>
          <p:nvPr/>
        </p:nvSpPr>
        <p:spPr>
          <a:xfrm>
            <a:off x="4686300" y="1097280"/>
            <a:ext cx="4000500" cy="594360"/>
          </a:xfrm>
          <a:prstGeom prst="roundRect">
            <a:avLst>
              <a:gd name="adj" fmla="val 12308"/>
            </a:avLst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9180" y="1097280"/>
            <a:ext cx="3634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1920240"/>
            <a:ext cx="36347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User-friendly interface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Responsive design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Reliable data storage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Secure authentication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Efficient performance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process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tep number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Analyse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Requirements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257175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step number"/>
          <p:cNvSpPr/>
          <p:nvPr/>
        </p:nvSpPr>
        <p:spPr>
          <a:xfrm>
            <a:off x="2736342" y="126187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3634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3634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 and UI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68630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4850892" y="126187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08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5089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Frontend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screens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800850" y="109728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step number"/>
          <p:cNvSpPr/>
          <p:nvPr/>
        </p:nvSpPr>
        <p:spPr>
          <a:xfrm>
            <a:off x="6965442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6544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65442" y="176479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integration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0" name="step number"/>
          <p:cNvSpPr/>
          <p:nvPr/>
        </p:nvSpPr>
        <p:spPr>
          <a:xfrm>
            <a:off x="621792" y="313639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Database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MongoDB storage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257175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step number"/>
          <p:cNvSpPr/>
          <p:nvPr/>
        </p:nvSpPr>
        <p:spPr>
          <a:xfrm>
            <a:off x="2736342" y="31363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3634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73634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Features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Challenges, habit score, streaks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468630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step number"/>
          <p:cNvSpPr/>
          <p:nvPr/>
        </p:nvSpPr>
        <p:spPr>
          <a:xfrm>
            <a:off x="4850892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089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5089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Fix errors, mobile UI</a:t>
            </a:r>
            <a:endParaRPr lang="en-US" sz="1600" dirty="0"/>
          </a:p>
        </p:txBody>
      </p:sp>
      <p:sp>
        <p:nvSpPr>
          <p:cNvPr id="31" name="card"/>
          <p:cNvSpPr/>
          <p:nvPr/>
        </p:nvSpPr>
        <p:spPr>
          <a:xfrm>
            <a:off x="6800850" y="2971800"/>
            <a:ext cx="188595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2" name="step number"/>
          <p:cNvSpPr/>
          <p:nvPr/>
        </p:nvSpPr>
        <p:spPr>
          <a:xfrm>
            <a:off x="6965442" y="313639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6544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65442" y="3639312"/>
            <a:ext cx="155676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Deploy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online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Homepage &amp; login</a:t>
            </a:r>
            <a:endParaRPr lang="en-US" sz="3000" dirty="0"/>
          </a:p>
        </p:txBody>
      </p:sp>
      <p:sp>
        <p:nvSpPr>
          <p:cNvPr id="3" name="frame"/>
          <p:cNvSpPr/>
          <p:nvPr/>
        </p:nvSpPr>
        <p:spPr>
          <a:xfrm>
            <a:off x="45720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4" name="Screenshot 2" descr="img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68149"/>
            <a:ext cx="3794760" cy="17899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Homepage: smart alarms, brain puzzles and streak tracking.</a:t>
            </a:r>
            <a:endParaRPr lang="en-US" sz="1400" dirty="0"/>
          </a:p>
        </p:txBody>
      </p:sp>
      <p:sp>
        <p:nvSpPr>
          <p:cNvPr id="6" name="frame"/>
          <p:cNvSpPr/>
          <p:nvPr/>
        </p:nvSpPr>
        <p:spPr>
          <a:xfrm>
            <a:off x="470916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7" name="Screenshot 3" descr="img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632" y="1143000"/>
            <a:ext cx="2374697" cy="2240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Login: email/username, role (User, Wellness Coach, Admin), Google sign-in.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Dashboard &amp; alarm management</a:t>
            </a:r>
            <a:endParaRPr lang="en-US" sz="3000" dirty="0"/>
          </a:p>
        </p:txBody>
      </p:sp>
      <p:sp>
        <p:nvSpPr>
          <p:cNvPr id="3" name="frame"/>
          <p:cNvSpPr/>
          <p:nvPr/>
        </p:nvSpPr>
        <p:spPr>
          <a:xfrm>
            <a:off x="45720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4" name="Screenshot 5" descr="img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9235"/>
            <a:ext cx="3794760" cy="20078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Dashboard: live time, alarms, wake streak, cognitive and habit scores.</a:t>
            </a:r>
            <a:endParaRPr lang="en-US" sz="1400" dirty="0"/>
          </a:p>
        </p:txBody>
      </p:sp>
      <p:sp>
        <p:nvSpPr>
          <p:cNvPr id="6" name="frame"/>
          <p:cNvSpPr/>
          <p:nvPr/>
        </p:nvSpPr>
        <p:spPr>
          <a:xfrm>
            <a:off x="470916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7" name="Screenshot 6" descr="img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23843"/>
            <a:ext cx="3794760" cy="187859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Alarms: set times, repeat schedules, tones and wake-up styles.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Performance &amp; alarm behaviour</a:t>
            </a:r>
            <a:endParaRPr lang="en-US" sz="3000" dirty="0"/>
          </a:p>
        </p:txBody>
      </p:sp>
      <p:sp>
        <p:nvSpPr>
          <p:cNvPr id="3" name="frame"/>
          <p:cNvSpPr/>
          <p:nvPr/>
        </p:nvSpPr>
        <p:spPr>
          <a:xfrm>
            <a:off x="45720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4" name="Screenshot 7" descr="img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14864"/>
            <a:ext cx="3794760" cy="20965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Performance analytics: scores, streaks, accuracy and insights.</a:t>
            </a:r>
            <a:endParaRPr lang="en-US" sz="1400" dirty="0"/>
          </a:p>
        </p:txBody>
      </p:sp>
      <p:sp>
        <p:nvSpPr>
          <p:cNvPr id="6" name="frame"/>
          <p:cNvSpPr/>
          <p:nvPr/>
        </p:nvSpPr>
        <p:spPr>
          <a:xfrm>
            <a:off x="470916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7" name="Screenshot 8" descr="img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09683"/>
            <a:ext cx="3794760" cy="19069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Alarm behaviour: completed, missed, snoozed, with trends.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Coach &amp; admin dashboards</a:t>
            </a:r>
            <a:endParaRPr lang="en-US" sz="3000" dirty="0"/>
          </a:p>
        </p:txBody>
      </p:sp>
      <p:sp>
        <p:nvSpPr>
          <p:cNvPr id="3" name="frame"/>
          <p:cNvSpPr/>
          <p:nvPr/>
        </p:nvSpPr>
        <p:spPr>
          <a:xfrm>
            <a:off x="45720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4" name="Screenshot 13" descr="img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9683"/>
            <a:ext cx="3794760" cy="19069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Coach dashboard: users, alarms, challenges and engagement.</a:t>
            </a:r>
            <a:endParaRPr lang="en-US" sz="1400" dirty="0"/>
          </a:p>
        </p:txBody>
      </p:sp>
      <p:sp>
        <p:nvSpPr>
          <p:cNvPr id="6" name="frame"/>
          <p:cNvSpPr/>
          <p:nvPr/>
        </p:nvSpPr>
        <p:spPr>
          <a:xfrm>
            <a:off x="4709160" y="105156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pic>
        <p:nvPicPr>
          <p:cNvPr id="7" name="Screenshot 17" descr="img/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53895"/>
            <a:ext cx="3794760" cy="201848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6118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Admin dashboard: users, coaches, alarms, success rates.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Deployment with Docker</a:t>
            </a:r>
            <a:endParaRPr lang="en-US" sz="3000" dirty="0"/>
          </a:p>
        </p:txBody>
      </p:sp>
      <p:sp>
        <p:nvSpPr>
          <p:cNvPr id="3" name="compose"/>
          <p:cNvSpPr/>
          <p:nvPr/>
        </p:nvSpPr>
        <p:spPr>
          <a:xfrm>
            <a:off x="457200" y="1097280"/>
            <a:ext cx="8229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Docker Compose manages all three services</a:t>
            </a:r>
            <a:endParaRPr lang="en-US" sz="1600" dirty="0"/>
          </a:p>
        </p:txBody>
      </p:sp>
      <p:sp>
        <p:nvSpPr>
          <p:cNvPr id="5" name="container"/>
          <p:cNvSpPr/>
          <p:nvPr/>
        </p:nvSpPr>
        <p:spPr>
          <a:xfrm>
            <a:off x="685800" y="169164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 + Vite</a:t>
            </a:r>
            <a:endParaRPr lang="en-US" sz="1800" dirty="0"/>
          </a:p>
        </p:txBody>
      </p:sp>
      <p:sp>
        <p:nvSpPr>
          <p:cNvPr id="8" name="container"/>
          <p:cNvSpPr/>
          <p:nvPr/>
        </p:nvSpPr>
        <p:spPr>
          <a:xfrm>
            <a:off x="3337560" y="169164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FastAPI + Uvicorn</a:t>
            </a:r>
            <a:endParaRPr lang="en-US" sz="1800" dirty="0"/>
          </a:p>
        </p:txBody>
      </p:sp>
      <p:sp>
        <p:nvSpPr>
          <p:cNvPr id="11" name="container"/>
          <p:cNvSpPr/>
          <p:nvPr/>
        </p:nvSpPr>
        <p:spPr>
          <a:xfrm>
            <a:off x="5989320" y="169164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Database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MongoDB</a:t>
            </a:r>
            <a:endParaRPr lang="en-US" sz="1800" dirty="0"/>
          </a:p>
        </p:txBody>
      </p:sp>
      <p:sp>
        <p:nvSpPr>
          <p:cNvPr id="14" name="terminal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Builds the images and launches the configured containers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and benefits</a:t>
            </a:r>
            <a:endParaRPr lang="en-US" sz="3000" dirty="0"/>
          </a:p>
        </p:txBody>
      </p:sp>
      <p:sp>
        <p:nvSpPr>
          <p:cNvPr id="3" name="lead card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The running application was tested end to end.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703320" y="1097280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7" name="marker"/>
          <p:cNvSpPr/>
          <p:nvPr/>
        </p:nvSpPr>
        <p:spPr>
          <a:xfrm>
            <a:off x="3886200" y="1313307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86200" y="13133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143000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User login works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703320" y="2004822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1" name="marker"/>
          <p:cNvSpPr/>
          <p:nvPr/>
        </p:nvSpPr>
        <p:spPr>
          <a:xfrm>
            <a:off x="3886200" y="2220849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2208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0542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Alarms and challenges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Management and cognitive tasks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703320" y="2912364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5" name="marker"/>
          <p:cNvSpPr/>
          <p:nvPr/>
        </p:nvSpPr>
        <p:spPr>
          <a:xfrm>
            <a:off x="3886200" y="31283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283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958084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 and database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Functionality and connectivity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703320" y="3819906"/>
            <a:ext cx="4983480" cy="797814"/>
          </a:xfrm>
          <a:prstGeom prst="roundRect">
            <a:avLst>
              <a:gd name="adj" fmla="val 9169"/>
            </a:avLst>
          </a:prstGeom>
          <a:solidFill>
            <a:schemeClr val="bg2"/>
          </a:solidFill>
          <a:ln/>
        </p:spPr>
      </p:sp>
      <p:sp>
        <p:nvSpPr>
          <p:cNvPr id="19" name="marker"/>
          <p:cNvSpPr/>
          <p:nvPr/>
        </p:nvSpPr>
        <p:spPr>
          <a:xfrm>
            <a:off x="3886200" y="403593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4035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65626"/>
            <a:ext cx="411480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Benefit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Simpler setup, consistent services, easy to maintain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188720"/>
            <a:ext cx="822960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CognitiveWake makes the alarm interactive: users must complete a cognitive challenge before dismissing it.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Personalised alarms, analytics and habit tracking encourage consistent waking routines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Hands-on experience designing, developing, testing and deploying a complete web application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7373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gnitiveWake">
  <a:themeElements>
    <a:clrScheme name="CognitiveWake">
      <a:dk1>
        <a:srgbClr val="16123B"/>
      </a:dk1>
      <a:lt1>
        <a:srgbClr val="FFFFFF"/>
      </a:lt1>
      <a:dk2>
        <a:srgbClr val="2A2266"/>
      </a:dk2>
      <a:lt2>
        <a:srgbClr val="F3F0FF"/>
      </a:lt2>
      <a:accent1>
        <a:srgbClr val="7C3AED"/>
      </a:accent1>
      <a:accent2>
        <a:srgbClr val="EC4899"/>
      </a:accent2>
      <a:accent3>
        <a:srgbClr val="38BDF8"/>
      </a:accent3>
      <a:accent4>
        <a:srgbClr val="10B981"/>
      </a:accent4>
      <a:accent5>
        <a:srgbClr val="F59E0B"/>
      </a:accent5>
      <a:accent6>
        <a:srgbClr val="6366F1"/>
      </a:accent6>
      <a:hlink>
        <a:srgbClr val="7C3AED"/>
      </a:hlink>
      <a:folHlink>
        <a:srgbClr val="6D28D9"/>
      </a:folHlink>
    </a:clrScheme>
    <a:fontScheme name="CognitiveWak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1233</Words>
  <Application>Microsoft Office PowerPoint</Application>
  <PresentationFormat>On-screen Show (16:9)</PresentationFormat>
  <Paragraphs>332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CognitiveWake</vt:lpstr>
      <vt:lpstr>AI-Driven Cognitive Wake-Up Platform</vt:lpstr>
      <vt:lpstr>What we will cover</vt:lpstr>
      <vt:lpstr>Overview</vt:lpstr>
      <vt:lpstr>The problem and our answer</vt:lpstr>
      <vt:lpstr>Key features</vt:lpstr>
      <vt:lpstr>Who can use it</vt:lpstr>
      <vt:lpstr>Benefits over traditional alarms</vt:lpstr>
      <vt:lpstr>Objective of the internship</vt:lpstr>
      <vt:lpstr>Three-tier architecture</vt:lpstr>
      <vt:lpstr>System components</vt:lpstr>
      <vt:lpstr>Architecture flow</vt:lpstr>
      <vt:lpstr>Challenges and solutions</vt:lpstr>
      <vt:lpstr>Project overview</vt:lpstr>
      <vt:lpstr>Business requirement analysis</vt:lpstr>
      <vt:lpstr>Functional and non-functional requirements</vt:lpstr>
      <vt:lpstr>Implementation process</vt:lpstr>
      <vt:lpstr>Homepage &amp; login</vt:lpstr>
      <vt:lpstr>Dashboard &amp; alarm management</vt:lpstr>
      <vt:lpstr>Performance &amp; alarm behaviour</vt:lpstr>
      <vt:lpstr>Coach &amp; admin dashboards</vt:lpstr>
      <vt:lpstr>Deployment with Docker</vt:lpstr>
      <vt:lpstr>Testing and benefits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CognitiveWake Internship Report</dc:title>
  <dc:subject>PptxGenJS Presentation</dc:subject>
  <dc:creator>Tharunya Manokaran</dc:creator>
  <cp:lastModifiedBy>Tharunya Manokaran</cp:lastModifiedBy>
  <cp:revision>1</cp:revision>
  <dcterms:created xsi:type="dcterms:W3CDTF">2026-10-16T09:35:44Z</dcterms:created>
  <dcterms:modified xsi:type="dcterms:W3CDTF">2026-10-16T09:43:01Z</dcterms:modified>
</cp:coreProperties>
</file>