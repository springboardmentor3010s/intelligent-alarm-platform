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FD26-CE1D-28B0-269C-C89970139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9" y="1258529"/>
            <a:ext cx="8035116" cy="2094271"/>
          </a:xfrm>
        </p:spPr>
        <p:txBody>
          <a:bodyPr/>
          <a:lstStyle/>
          <a:p>
            <a:r>
              <a:rPr lang="en-US" dirty="0"/>
              <a:t>Milestone-1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65D53-D5FF-4BA0-8EE3-5462A781A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6052" y="3956279"/>
            <a:ext cx="7207045" cy="1362973"/>
          </a:xfrm>
        </p:spPr>
        <p:txBody>
          <a:bodyPr/>
          <a:lstStyle/>
          <a:p>
            <a:r>
              <a:rPr lang="en-IN" dirty="0"/>
              <a:t>Project: Intelligent Cognitive Alarm Platform</a:t>
            </a:r>
          </a:p>
        </p:txBody>
      </p:sp>
    </p:spTree>
    <p:extLst>
      <p:ext uri="{BB962C8B-B14F-4D97-AF65-F5344CB8AC3E}">
        <p14:creationId xmlns:p14="http://schemas.microsoft.com/office/powerpoint/2010/main" val="424317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87BF-9023-D89F-A60A-F36CE475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Introduction: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28723-4A4C-5390-CE46-514F1EE0A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Traditional alarms only provide a basic time-based alert. </a:t>
            </a:r>
          </a:p>
          <a:p>
            <a:pPr lvl="0"/>
            <a:r>
              <a:rPr lang="en-IN" dirty="0"/>
              <a:t>Users can easily dismiss or snooze alarms without becoming fully alert. </a:t>
            </a:r>
          </a:p>
          <a:p>
            <a:pPr lvl="0"/>
            <a:r>
              <a:rPr lang="en-IN" dirty="0"/>
              <a:t>The proposed system combines </a:t>
            </a:r>
            <a:r>
              <a:rPr lang="en-IN" b="1" dirty="0"/>
              <a:t>smart alarms with cognitive challenges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User </a:t>
            </a:r>
            <a:r>
              <a:rPr lang="en-IN" b="1" dirty="0"/>
              <a:t>sleep, wake-up, and habit preferences</a:t>
            </a:r>
            <a:r>
              <a:rPr lang="en-IN" dirty="0"/>
              <a:t> are considered. </a:t>
            </a:r>
          </a:p>
          <a:p>
            <a:pPr lvl="0"/>
            <a:r>
              <a:rPr lang="en-IN" dirty="0"/>
              <a:t>The system aims to encourage </a:t>
            </a:r>
            <a:r>
              <a:rPr lang="en-IN" b="1" dirty="0"/>
              <a:t>better waking habits and daily productivity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75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C4690-178E-4E7A-7409-2EF9C053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90600"/>
            <a:ext cx="9601200" cy="1181100"/>
          </a:xfrm>
        </p:spPr>
        <p:txBody>
          <a:bodyPr/>
          <a:lstStyle/>
          <a:p>
            <a:r>
              <a:rPr lang="en-IN" dirty="0"/>
              <a:t>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90E75-4FAA-D905-8AF6-98F50E2D3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Develop an </a:t>
            </a:r>
            <a:r>
              <a:rPr lang="en-IN" b="1" dirty="0"/>
              <a:t>intelligent alarm management system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Role based access - user, admin, coach</a:t>
            </a:r>
          </a:p>
          <a:p>
            <a:pPr lvl="0"/>
            <a:r>
              <a:rPr lang="en-IN" dirty="0"/>
              <a:t>Allow users to </a:t>
            </a:r>
            <a:r>
              <a:rPr lang="en-IN" b="1" dirty="0"/>
              <a:t>create and manage alarms</a:t>
            </a:r>
            <a:r>
              <a:rPr lang="en-IN" dirty="0"/>
              <a:t> easily. </a:t>
            </a:r>
          </a:p>
          <a:p>
            <a:pPr lvl="0"/>
            <a:r>
              <a:rPr lang="en-IN" dirty="0"/>
              <a:t>Maintain user </a:t>
            </a:r>
            <a:r>
              <a:rPr lang="en-IN" b="1" dirty="0"/>
              <a:t>sleep, wake-up, and habit preferences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Introduce </a:t>
            </a:r>
            <a:r>
              <a:rPr lang="en-IN" b="1" dirty="0"/>
              <a:t>cognitive challenges</a:t>
            </a:r>
            <a:r>
              <a:rPr lang="en-IN" dirty="0"/>
              <a:t> for wake-up verification. </a:t>
            </a:r>
          </a:p>
          <a:p>
            <a:pPr lvl="0"/>
            <a:r>
              <a:rPr lang="en-IN" dirty="0"/>
              <a:t>Provide </a:t>
            </a:r>
            <a:r>
              <a:rPr lang="en-IN" b="1" dirty="0"/>
              <a:t>personalized wellness recommendations</a:t>
            </a:r>
            <a:r>
              <a:rPr lang="en-IN" dirty="0"/>
              <a:t> to users.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135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4E2C-9C9D-09E8-1CD6-C89BE1807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1781"/>
            <a:ext cx="9601200" cy="1689919"/>
          </a:xfrm>
        </p:spPr>
        <p:txBody>
          <a:bodyPr>
            <a:noAutofit/>
          </a:bodyPr>
          <a:lstStyle/>
          <a:p>
            <a:r>
              <a:rPr lang="en-IN" sz="2800" b="1" dirty="0"/>
              <a:t>System Architecture:</a:t>
            </a:r>
            <a:br>
              <a:rPr lang="en-IN" sz="1600" b="1" dirty="0"/>
            </a:br>
            <a:br>
              <a:rPr lang="en-IN" sz="1600" b="1" dirty="0"/>
            </a:br>
            <a:r>
              <a:rPr lang="en-IN" sz="1600" b="1" dirty="0"/>
              <a:t>User Interface</a:t>
            </a:r>
            <a:r>
              <a:rPr lang="en-IN" sz="1600" dirty="0"/>
              <a:t> – React.js</a:t>
            </a:r>
            <a:br>
              <a:rPr lang="en-IN" sz="1600" dirty="0"/>
            </a:br>
            <a:r>
              <a:rPr lang="en-IN" sz="1600" b="1" dirty="0"/>
              <a:t>Backend Server</a:t>
            </a:r>
            <a:r>
              <a:rPr lang="en-IN" sz="1600" dirty="0"/>
              <a:t> – </a:t>
            </a:r>
            <a:r>
              <a:rPr lang="en-IN" sz="1600" dirty="0" err="1"/>
              <a:t>FastAPI</a:t>
            </a:r>
            <a:r>
              <a:rPr lang="en-IN" sz="1600" dirty="0"/>
              <a:t> / Python</a:t>
            </a:r>
            <a:br>
              <a:rPr lang="en-IN" sz="1600" dirty="0"/>
            </a:br>
            <a:r>
              <a:rPr lang="en-IN" sz="1600" b="1" dirty="0"/>
              <a:t>Database</a:t>
            </a:r>
            <a:r>
              <a:rPr lang="en-IN" sz="1600" dirty="0"/>
              <a:t> – PostgreSQL</a:t>
            </a:r>
            <a:br>
              <a:rPr lang="en-IN" sz="1600" dirty="0"/>
            </a:br>
            <a:r>
              <a:rPr lang="en-IN" sz="1600" b="1" dirty="0"/>
              <a:t>Cognitive Challenge Engine</a:t>
            </a:r>
            <a:r>
              <a:rPr lang="en-IN" sz="1600" dirty="0"/>
              <a:t> – Wake-up verification</a:t>
            </a:r>
            <a:br>
              <a:rPr lang="en-IN" sz="1600" dirty="0"/>
            </a:br>
            <a:r>
              <a:rPr lang="en-IN" sz="1600" b="1" dirty="0"/>
              <a:t>Recommendation Module</a:t>
            </a:r>
            <a:r>
              <a:rPr lang="en-IN" sz="1600" dirty="0"/>
              <a:t> – Personalized wellness suggestions</a:t>
            </a:r>
            <a:br>
              <a:rPr lang="en-IN" sz="1600" dirty="0"/>
            </a:br>
            <a:endParaRPr lang="en-IN" sz="1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1FCFC8-7428-618A-45F8-278C9F3CD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6150" y="2286000"/>
            <a:ext cx="53721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5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3CBFB-F4E1-755C-9A7B-1DC44D011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Database</a:t>
            </a:r>
            <a:r>
              <a:rPr lang="en-US" sz="2800" dirty="0"/>
              <a:t> </a:t>
            </a:r>
            <a:r>
              <a:rPr lang="en-US" sz="2800" b="1" dirty="0"/>
              <a:t>schema</a:t>
            </a:r>
            <a:r>
              <a:rPr lang="en-US" sz="2800" dirty="0"/>
              <a:t>:</a:t>
            </a:r>
            <a:endParaRPr lang="en-IN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4C1963-1B0F-3E60-5D57-FFBF08280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875" t="236" r="875" b="6983"/>
          <a:stretch>
            <a:fillRect/>
          </a:stretch>
        </p:blipFill>
        <p:spPr bwMode="auto">
          <a:xfrm>
            <a:off x="2192594" y="1120877"/>
            <a:ext cx="7471389" cy="47465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06655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04C2-4794-F649-2C8E-3BFB55504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3626"/>
            <a:ext cx="9601200" cy="2251587"/>
          </a:xfrm>
        </p:spPr>
        <p:txBody>
          <a:bodyPr>
            <a:noAutofit/>
          </a:bodyPr>
          <a:lstStyle/>
          <a:p>
            <a:r>
              <a:rPr lang="en-IN" sz="2000" b="1" dirty="0"/>
              <a:t>UI Framework:</a:t>
            </a:r>
            <a:br>
              <a:rPr lang="en-IN" sz="2000" b="1" dirty="0"/>
            </a:br>
            <a:r>
              <a:rPr lang="en-IN" sz="2000" dirty="0"/>
              <a:t>Frontend: React.js for a modern and responsive user interface.</a:t>
            </a:r>
            <a:br>
              <a:rPr lang="en-IN" sz="2000" dirty="0"/>
            </a:br>
            <a:r>
              <a:rPr lang="en-IN" sz="2000" dirty="0"/>
              <a:t>Design: Clean, simple, and user-friendly navigation.</a:t>
            </a:r>
            <a:br>
              <a:rPr lang="en-IN" sz="2000" dirty="0"/>
            </a:br>
            <a:r>
              <a:rPr lang="en-IN" sz="2000" dirty="0"/>
              <a:t>Features</a:t>
            </a:r>
            <a:r>
              <a:rPr lang="en-IN" sz="2000" b="1" dirty="0"/>
              <a:t>:</a:t>
            </a:r>
            <a:r>
              <a:rPr lang="en-IN" sz="2000" dirty="0"/>
              <a:t> Interactive dashboard, alarms, challenges, recommendations, and profile management.</a:t>
            </a:r>
            <a:br>
              <a:rPr lang="en-IN" sz="2000" dirty="0"/>
            </a:br>
            <a:br>
              <a:rPr lang="en-IN" sz="2000" dirty="0"/>
            </a:br>
            <a:r>
              <a:rPr lang="en-IN" sz="2000" b="1" dirty="0"/>
              <a:t>WORKFLOW:</a:t>
            </a:r>
            <a:br>
              <a:rPr lang="en-IN" sz="2000" dirty="0"/>
            </a:br>
            <a:endParaRPr lang="en-IN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70591F-7B74-9F2A-4AA3-FEAA9DC79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0425" y="2797277"/>
            <a:ext cx="63635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89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42C30-5CA8-F959-3AAB-0B9C909C5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29265"/>
            <a:ext cx="9601200" cy="776748"/>
          </a:xfrm>
        </p:spPr>
        <p:txBody>
          <a:bodyPr>
            <a:noAutofit/>
          </a:bodyPr>
          <a:lstStyle/>
          <a:p>
            <a:r>
              <a:rPr lang="en-IN" sz="3200" b="1" dirty="0"/>
              <a:t>Frontend &amp; Backend Setup: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CC53B-16B4-67F0-13A8-1A6A69D0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27355"/>
            <a:ext cx="9601200" cy="4540045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Frontend:</a:t>
            </a:r>
            <a:r>
              <a:rPr lang="en-IN" dirty="0"/>
              <a:t> React.js with HTML/CSS for a responsive and user-friendly interface.</a:t>
            </a:r>
          </a:p>
          <a:p>
            <a:pPr lvl="0"/>
            <a:r>
              <a:rPr lang="en-IN" b="1" dirty="0"/>
              <a:t>Backend:</a:t>
            </a:r>
            <a:r>
              <a:rPr lang="en-IN" dirty="0"/>
              <a:t> </a:t>
            </a:r>
            <a:r>
              <a:rPr lang="en-IN" dirty="0" err="1"/>
              <a:t>FastAPI</a:t>
            </a:r>
            <a:r>
              <a:rPr lang="en-IN" dirty="0"/>
              <a:t> with Python for authentication, alarms, profiles, and application logic.</a:t>
            </a:r>
          </a:p>
          <a:p>
            <a:pPr lvl="0"/>
            <a:r>
              <a:rPr lang="en-IN" b="1" dirty="0"/>
              <a:t>Database:</a:t>
            </a:r>
            <a:r>
              <a:rPr lang="en-IN" dirty="0"/>
              <a:t> PostgreSQL connected with the backend to store user, alarm, profile, and challenge data.</a:t>
            </a:r>
          </a:p>
          <a:p>
            <a:pPr marL="0" indent="0">
              <a:buNone/>
            </a:pPr>
            <a:r>
              <a:rPr lang="en-IN" sz="3200" b="1" dirty="0"/>
              <a:t>Authentication &amp; User Management:</a:t>
            </a:r>
          </a:p>
          <a:p>
            <a:pPr lvl="0"/>
            <a:r>
              <a:rPr lang="en-IN" b="1" dirty="0"/>
              <a:t>Authentication:</a:t>
            </a:r>
            <a:r>
              <a:rPr lang="en-IN" dirty="0"/>
              <a:t> </a:t>
            </a:r>
            <a:r>
              <a:rPr lang="en-IN" sz="2200" dirty="0"/>
              <a:t>Secure user login and registration. </a:t>
            </a:r>
          </a:p>
          <a:p>
            <a:pPr lvl="0"/>
            <a:r>
              <a:rPr lang="en-IN" sz="2200" b="1" dirty="0"/>
              <a:t>Role-Based Access:</a:t>
            </a:r>
            <a:r>
              <a:rPr lang="en-IN" sz="2200" dirty="0"/>
              <a:t> Different access for Users, Coaches, and Admins. </a:t>
            </a:r>
          </a:p>
          <a:p>
            <a:pPr lvl="0"/>
            <a:r>
              <a:rPr lang="en-IN" sz="2200" b="1" dirty="0"/>
              <a:t>Profile &amp; Habit Management:</a:t>
            </a:r>
            <a:r>
              <a:rPr lang="en-IN" sz="2200" dirty="0"/>
              <a:t> Manage sleep patterns, wake-up preferences, and daily habits.</a:t>
            </a:r>
          </a:p>
        </p:txBody>
      </p:sp>
    </p:spTree>
    <p:extLst>
      <p:ext uri="{BB962C8B-B14F-4D97-AF65-F5344CB8AC3E}">
        <p14:creationId xmlns:p14="http://schemas.microsoft.com/office/powerpoint/2010/main" val="3410089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58F0-4F10-494B-DC5F-A9EDADA4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Alarm Scheduling: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4D554-E7D3-7A4E-7DF9-96B7FB184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Create Alarms:</a:t>
            </a:r>
            <a:r>
              <a:rPr lang="en-IN" dirty="0"/>
              <a:t> Set alarm time, label, and repeat options. </a:t>
            </a:r>
          </a:p>
          <a:p>
            <a:pPr lvl="0"/>
            <a:r>
              <a:rPr lang="en-IN" b="1" dirty="0"/>
              <a:t>Manage Alarms:</a:t>
            </a:r>
            <a:r>
              <a:rPr lang="en-IN" dirty="0"/>
              <a:t> Edit, delete, enable, or disable alarms. </a:t>
            </a:r>
          </a:p>
          <a:p>
            <a:pPr lvl="0"/>
            <a:r>
              <a:rPr lang="en-IN" b="1" dirty="0"/>
              <a:t>Wake-up Control:</a:t>
            </a:r>
            <a:r>
              <a:rPr lang="en-IN" dirty="0"/>
              <a:t> Alarm triggers the wake-up process and prepares for cognitive verification.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105891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{E93E7C4A-E01E-4FAB-9D71-038FAD15FC0A}TFc3084226-2d0c-440f-9f46-6b48c7a7f670e6ba4a85-fc4a2881d6b3</Template>
  <TotalTime>31</TotalTime>
  <Words>345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Franklin Gothic Book</vt:lpstr>
      <vt:lpstr>Crop</vt:lpstr>
      <vt:lpstr>Milestone-1</vt:lpstr>
      <vt:lpstr> Introduction:</vt:lpstr>
      <vt:lpstr>Objectives:</vt:lpstr>
      <vt:lpstr>System Architecture:  User Interface – React.js Backend Server – FastAPI / Python Database – PostgreSQL Cognitive Challenge Engine – Wake-up verification Recommendation Module – Personalized wellness suggestions </vt:lpstr>
      <vt:lpstr>Database schema:</vt:lpstr>
      <vt:lpstr>UI Framework: Frontend: React.js for a modern and responsive user interface. Design: Clean, simple, and user-friendly navigation. Features: Interactive dashboard, alarms, challenges, recommendations, and profile management.  WORKFLOW: </vt:lpstr>
      <vt:lpstr>Frontend &amp; Backend Setup:</vt:lpstr>
      <vt:lpstr>Alarm Scheduling: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lbhugar21@gmail.com</dc:creator>
  <cp:lastModifiedBy>lbhugar21@gmail.com</cp:lastModifiedBy>
  <cp:revision>1</cp:revision>
  <dcterms:created xsi:type="dcterms:W3CDTF">2026-09-02T12:36:48Z</dcterms:created>
  <dcterms:modified xsi:type="dcterms:W3CDTF">2026-09-02T13:08:41Z</dcterms:modified>
</cp:coreProperties>
</file>