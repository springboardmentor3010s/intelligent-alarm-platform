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35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16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92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77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3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7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57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8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02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57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9575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202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9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488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717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60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2AA967D-882E-46DE-8BA2-49A1CDBC370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58C32-E636-4CB9-A7FD-7A5149FF4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6844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691E-B960-4E67-11E7-55022F0A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593" y="2663180"/>
            <a:ext cx="9404723" cy="1400530"/>
          </a:xfrm>
        </p:spPr>
        <p:txBody>
          <a:bodyPr/>
          <a:lstStyle/>
          <a:p>
            <a:r>
              <a:rPr lang="en-IN" sz="4800" b="1" dirty="0"/>
              <a:t>MILESTONE 4:</a:t>
            </a:r>
            <a:br>
              <a:rPr lang="en-IN" b="1" dirty="0"/>
            </a:br>
            <a:r>
              <a:rPr lang="en-IN" b="1" dirty="0"/>
              <a:t>Analytics, Testing &amp; Deployment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34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5D1D2C-0C17-A0C7-0B80-85CCDD9C7374}"/>
              </a:ext>
            </a:extLst>
          </p:cNvPr>
          <p:cNvSpPr txBox="1"/>
          <p:nvPr/>
        </p:nvSpPr>
        <p:spPr>
          <a:xfrm>
            <a:off x="2590918" y="325280"/>
            <a:ext cx="10772029" cy="5995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/>
              <a:t>ANALYTICS &amp; INTELLIGENCE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/>
              <a:t>Executive Analytics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Overall COGNIA Performance Score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Wake-up Success Rate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Challenge Accuracy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Habit Score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Alarm &amp; Snooze Statistics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 err="1"/>
              <a:t>Behavioral</a:t>
            </a:r>
            <a:r>
              <a:rPr lang="en-IN" sz="2000" b="1" dirty="0"/>
              <a:t> Analytics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Wake-up consistency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Challenge performance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Snooze </a:t>
            </a:r>
            <a:r>
              <a:rPr lang="en-IN" sz="2000" dirty="0" err="1"/>
              <a:t>behavior</a:t>
            </a:r>
            <a:endParaRPr lang="en-IN" sz="2000" dirty="0"/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Sleep schedule adherence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Habit formation tracking</a:t>
            </a:r>
          </a:p>
        </p:txBody>
      </p:sp>
    </p:spTree>
    <p:extLst>
      <p:ext uri="{BB962C8B-B14F-4D97-AF65-F5344CB8AC3E}">
        <p14:creationId xmlns:p14="http://schemas.microsoft.com/office/powerpoint/2010/main" val="192720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660F1F-B5E1-F3D0-1B6E-A8BD847E8F35}"/>
              </a:ext>
            </a:extLst>
          </p:cNvPr>
          <p:cNvSpPr txBox="1"/>
          <p:nvPr/>
        </p:nvSpPr>
        <p:spPr>
          <a:xfrm>
            <a:off x="1600201" y="170335"/>
            <a:ext cx="13306294" cy="6687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INTELLIGENT ANALYTICS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Wake-up Analytics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verification tracking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history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Success rate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consistency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Sleep Analytics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Sleep duration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Sleep adherence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Sleep quality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Sleep history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Adaptive Intelligence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ML-based difficulty prediction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Personalized challenge difficulty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Decision Tree Classifier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Performance-based adaptation</a:t>
            </a:r>
          </a:p>
        </p:txBody>
      </p:sp>
    </p:spTree>
    <p:extLst>
      <p:ext uri="{BB962C8B-B14F-4D97-AF65-F5344CB8AC3E}">
        <p14:creationId xmlns:p14="http://schemas.microsoft.com/office/powerpoint/2010/main" val="86640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96CE47-1E5E-3D3C-C3B5-36A8F7AAF035}"/>
              </a:ext>
            </a:extLst>
          </p:cNvPr>
          <p:cNvSpPr txBox="1"/>
          <p:nvPr/>
        </p:nvSpPr>
        <p:spPr>
          <a:xfrm>
            <a:off x="3047338" y="809891"/>
            <a:ext cx="6094674" cy="5440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VISUALIZATION &amp; REPORTING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Visualizations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overview charts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accuracy charts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Habit component charts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trend graphs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Reporting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Complete analytics report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history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history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Sleep history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Downloadable report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/>
              <a:t>Technology:</a:t>
            </a:r>
            <a:r>
              <a:rPr lang="en-IN" sz="1800" dirty="0"/>
              <a:t> Chart.js</a:t>
            </a:r>
          </a:p>
        </p:txBody>
      </p:sp>
    </p:spTree>
    <p:extLst>
      <p:ext uri="{BB962C8B-B14F-4D97-AF65-F5344CB8AC3E}">
        <p14:creationId xmlns:p14="http://schemas.microsoft.com/office/powerpoint/2010/main" val="394056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69B67-E876-94BB-6608-17BAD2F6C27B}"/>
              </a:ext>
            </a:extLst>
          </p:cNvPr>
          <p:cNvSpPr txBox="1"/>
          <p:nvPr/>
        </p:nvSpPr>
        <p:spPr>
          <a:xfrm>
            <a:off x="2880361" y="506927"/>
            <a:ext cx="6094674" cy="5440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TESTING &amp; VALIDATION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Testing Areas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Frontend &amp; Backend Integration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API Endpoint Validation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Authentication Testing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Alarm Workflow Testing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Cognitive Challenge Testing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ML Difficulty Testing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Analytics Validation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End-to-End Workflow Testing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Target Workflow</a:t>
            </a:r>
          </a:p>
          <a:p>
            <a:pPr lvl="2">
              <a:lnSpc>
                <a:spcPct val="150000"/>
              </a:lnSpc>
            </a:pPr>
            <a:r>
              <a:rPr lang="en-IN" b="1" dirty="0"/>
              <a:t>Login → Alarm → Challenge → Verification → Habit Score → ML → Analytics →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78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E3591F-E1DD-C218-B233-6184A7895643}"/>
              </a:ext>
            </a:extLst>
          </p:cNvPr>
          <p:cNvSpPr txBox="1"/>
          <p:nvPr/>
        </p:nvSpPr>
        <p:spPr>
          <a:xfrm>
            <a:off x="2276062" y="514144"/>
            <a:ext cx="609467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FINAL OUTPUT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AI-powered cognitive alarm platform successfully developed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Users must complete cognitive challenges to dismiss alarms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Adaptive difficulty personalizes challenges using user performance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Wake-up, sleep, habit and </a:t>
            </a:r>
            <a:r>
              <a:rPr lang="en-IN" dirty="0" err="1"/>
              <a:t>behavioral</a:t>
            </a:r>
            <a:r>
              <a:rPr lang="en-IN" dirty="0"/>
              <a:t> analytics are tracked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Habit score and personalized recommendations are generated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Interactive dashboard provides complete user intelligence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Reports can be generated and downloaded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End-to-end wake-up improvement workflow is demonstrated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dirty="0"/>
              <a:t>Docker deployment and final testing are the remaining deployment steps</a:t>
            </a:r>
          </a:p>
        </p:txBody>
      </p:sp>
    </p:spTree>
    <p:extLst>
      <p:ext uri="{BB962C8B-B14F-4D97-AF65-F5344CB8AC3E}">
        <p14:creationId xmlns:p14="http://schemas.microsoft.com/office/powerpoint/2010/main" val="2622732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4468-F8D7-3719-764D-156F3240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869" y="2838109"/>
            <a:ext cx="9404723" cy="1400530"/>
          </a:xfrm>
        </p:spPr>
        <p:txBody>
          <a:bodyPr/>
          <a:lstStyle/>
          <a:p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929650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229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MILESTONE 4: Analytics, Testing &amp; Deployment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Kavinayaa murugesan</dc:creator>
  <cp:lastModifiedBy>Kavinayaa murugesan</cp:lastModifiedBy>
  <cp:revision>1</cp:revision>
  <dcterms:created xsi:type="dcterms:W3CDTF">2026-10-05T14:19:30Z</dcterms:created>
  <dcterms:modified xsi:type="dcterms:W3CDTF">2026-10-05T14:31:17Z</dcterms:modified>
</cp:coreProperties>
</file>